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9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25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01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11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98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05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80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22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18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47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58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90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C6DDE-BEC3-4C39-B9A6-0660C4C55314}" type="datetimeFigureOut">
              <a:rPr kumimoji="1" lang="ja-JP" altLang="en-US" smtClean="0"/>
              <a:t>2025/1/14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C18E4-BD16-4E58-9446-892733565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74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AD715-6620-B44B-E60E-4CF12B921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273663"/>
            <a:ext cx="5829300" cy="679337"/>
          </a:xfrm>
        </p:spPr>
        <p:txBody>
          <a:bodyPr>
            <a:normAutofit/>
          </a:bodyPr>
          <a:lstStyle/>
          <a:p>
            <a:r>
              <a:rPr kumimoji="1" lang="ja-JP" altLang="en-US" sz="3200" b="1" dirty="0">
                <a:latin typeface="+mn-ea"/>
                <a:ea typeface="+mn-ea"/>
              </a:rPr>
              <a:t>全国優勝マニュアル（仮）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4076AD28-CDA4-1325-FEC9-D2722A218F7D}"/>
              </a:ext>
            </a:extLst>
          </p:cNvPr>
          <p:cNvSpPr txBox="1">
            <a:spLocks/>
          </p:cNvSpPr>
          <p:nvPr/>
        </p:nvSpPr>
        <p:spPr>
          <a:xfrm>
            <a:off x="2257064" y="6033016"/>
            <a:ext cx="2037144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600" b="1" dirty="0">
                <a:latin typeface="+mn-ea"/>
                <a:ea typeface="+mn-ea"/>
              </a:rPr>
              <a:t>1</a:t>
            </a:r>
            <a:r>
              <a:rPr lang="ja-JP" altLang="en-US" sz="1600" b="1" dirty="0">
                <a:latin typeface="+mn-ea"/>
                <a:ea typeface="+mn-ea"/>
              </a:rPr>
              <a:t>月</a:t>
            </a:r>
            <a:r>
              <a:rPr lang="en-US" altLang="ja-JP" sz="1600" b="1" dirty="0">
                <a:latin typeface="+mn-ea"/>
                <a:ea typeface="+mn-ea"/>
              </a:rPr>
              <a:t>1</a:t>
            </a:r>
            <a:r>
              <a:rPr lang="ja-JP" altLang="en-US" sz="1600" b="1" dirty="0">
                <a:latin typeface="+mn-ea"/>
                <a:ea typeface="+mn-ea"/>
              </a:rPr>
              <a:t>２日</a:t>
            </a:r>
          </a:p>
        </p:txBody>
      </p:sp>
    </p:spTree>
    <p:extLst>
      <p:ext uri="{BB962C8B-B14F-4D97-AF65-F5344CB8AC3E}">
        <p14:creationId xmlns:p14="http://schemas.microsoft.com/office/powerpoint/2010/main" val="156318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C565F-FDC6-267B-BD18-020D0528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399FA-63AE-5F84-A87A-F3D49A5B4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 fontScale="90000"/>
          </a:bodyPr>
          <a:lstStyle/>
          <a:p>
            <a:r>
              <a:rPr kumimoji="1" lang="ja-JP" altLang="en-US" sz="1600" b="1" dirty="0">
                <a:latin typeface="+mn-ea"/>
                <a:ea typeface="+mn-ea"/>
              </a:rPr>
              <a:t>やることリスト（ソフト）</a:t>
            </a: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44BEE89-131A-368E-9116-8133CFBC28E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796498" cy="80444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400" dirty="0">
                <a:latin typeface="+mn-ea"/>
                <a:ea typeface="+mn-ea"/>
              </a:rPr>
              <a:t>・ゴールキーパー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　　　　→</a:t>
            </a:r>
            <a:r>
              <a:rPr lang="en-US" altLang="ja-JP" sz="1400" dirty="0">
                <a:latin typeface="+mn-ea"/>
                <a:ea typeface="+mn-ea"/>
              </a:rPr>
              <a:t>lcd</a:t>
            </a:r>
            <a:r>
              <a:rPr lang="ja-JP" altLang="en-US" sz="1400" dirty="0">
                <a:latin typeface="+mn-ea"/>
                <a:ea typeface="+mn-ea"/>
              </a:rPr>
              <a:t>問題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・ボールの速さだし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r>
              <a:rPr lang="en-US" altLang="ja-JP" sz="1400" dirty="0">
                <a:latin typeface="+mn-ea"/>
                <a:ea typeface="+mn-ea"/>
              </a:rPr>
              <a:t>esp32</a:t>
            </a:r>
            <a:r>
              <a:rPr lang="ja-JP" altLang="en-US" sz="1400" dirty="0">
                <a:latin typeface="+mn-ea"/>
                <a:ea typeface="+mn-ea"/>
              </a:rPr>
              <a:t>角度だし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・ライン制御（ネオピクセル）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・ジョンミン→加速度制御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・ドリブラー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endParaRPr lang="en-US" altLang="ja-JP" sz="1400" dirty="0">
              <a:latin typeface="+mn-ea"/>
              <a:ea typeface="+mn-ea"/>
            </a:endParaRPr>
          </a:p>
          <a:p>
            <a:endParaRPr lang="ja-JP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693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7FF9-F090-3724-B734-E2C32632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6C23F517-3388-5B5C-6C64-CA382D8A4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 fontScale="90000"/>
          </a:bodyPr>
          <a:lstStyle/>
          <a:p>
            <a:r>
              <a:rPr kumimoji="1" lang="ja-JP" altLang="en-US" sz="1600" b="1" dirty="0">
                <a:latin typeface="+mn-ea"/>
                <a:ea typeface="+mn-ea"/>
              </a:rPr>
              <a:t>やることリスト（ハード）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FAFAAE0D-8A4A-283F-113E-C2DF836CA9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796498" cy="74772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400" dirty="0">
                <a:latin typeface="+mn-ea"/>
                <a:ea typeface="+mn-ea"/>
              </a:rPr>
              <a:t>・新機体組立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・予備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r>
              <a:rPr lang="en-US" altLang="ja-JP" sz="1400" dirty="0">
                <a:latin typeface="+mn-ea"/>
                <a:ea typeface="+mn-ea"/>
              </a:rPr>
              <a:t>bno055</a:t>
            </a:r>
            <a:r>
              <a:rPr lang="ja-JP" altLang="en-US" sz="1400" dirty="0">
                <a:latin typeface="+mn-ea"/>
                <a:ea typeface="+mn-ea"/>
              </a:rPr>
              <a:t>→マイコン説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・レンズ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・プレゼンシート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endParaRPr lang="en-US" altLang="ja-JP" sz="1400" dirty="0">
              <a:latin typeface="+mn-ea"/>
              <a:ea typeface="+mn-ea"/>
            </a:endParaRPr>
          </a:p>
          <a:p>
            <a:endParaRPr lang="ja-JP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544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DA8A-138F-004E-3E63-D8C101CB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A99D712B-73D1-EC43-E27E-7DC5E1963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 fontScale="90000"/>
          </a:bodyPr>
          <a:lstStyle/>
          <a:p>
            <a:r>
              <a:rPr kumimoji="1" lang="ja-JP" altLang="en-US" sz="1600" b="1" dirty="0">
                <a:latin typeface="+mn-ea"/>
                <a:ea typeface="+mn-ea"/>
              </a:rPr>
              <a:t>やることリスト（担当分け）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CB47FC00-7AC9-E0FA-6B73-7593C16586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796498" cy="4640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1400" dirty="0">
                <a:latin typeface="+mn-ea"/>
                <a:ea typeface="+mn-ea"/>
              </a:rPr>
              <a:t>末広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・ゴールキーパープログラム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栗崎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・アタッカープログラム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木村、藤田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・プレゼンシート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・予備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r>
              <a:rPr lang="ja-JP" altLang="en-US" sz="1400" dirty="0">
                <a:latin typeface="+mn-ea"/>
                <a:ea typeface="+mn-ea"/>
              </a:rPr>
              <a:t>・新機体組立</a:t>
            </a:r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pPr algn="l"/>
            <a:endParaRPr lang="en-US" altLang="ja-JP" sz="1400" dirty="0">
              <a:latin typeface="+mn-ea"/>
              <a:ea typeface="+mn-ea"/>
            </a:endParaRPr>
          </a:p>
          <a:p>
            <a:endParaRPr lang="en-US" altLang="ja-JP" sz="1400" dirty="0">
              <a:latin typeface="+mn-ea"/>
              <a:ea typeface="+mn-ea"/>
            </a:endParaRPr>
          </a:p>
          <a:p>
            <a:endParaRPr lang="ja-JP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09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6955-ADF6-D77B-E05B-8527ABD1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AF5D16C7-CA06-FE5A-51B9-D9F1958EF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/>
          </a:bodyPr>
          <a:lstStyle/>
          <a:p>
            <a:r>
              <a:rPr lang="ja-JP" altLang="en-US" sz="1600" b="1" dirty="0">
                <a:latin typeface="+mn-ea"/>
                <a:ea typeface="+mn-ea"/>
              </a:rPr>
              <a:t>今後の予定</a:t>
            </a:r>
            <a:endParaRPr kumimoji="1" lang="ja-JP" altLang="en-US" sz="1600" b="1" dirty="0">
              <a:latin typeface="+mn-ea"/>
              <a:ea typeface="+mn-ea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5D8744E-55EE-3B3A-5DBA-26B9E9D15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790"/>
            <a:ext cx="6858000" cy="474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6590E71A-A5BC-5E48-B4B8-1A2DEDA9DED9}"/>
              </a:ext>
            </a:extLst>
          </p:cNvPr>
          <p:cNvSpPr txBox="1">
            <a:spLocks/>
          </p:cNvSpPr>
          <p:nvPr/>
        </p:nvSpPr>
        <p:spPr>
          <a:xfrm>
            <a:off x="731521" y="1547681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600" b="1" dirty="0">
              <a:latin typeface="+mn-ea"/>
              <a:ea typeface="+mn-ea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2D70743A-0FEB-B596-B241-DC52D310DF24}"/>
              </a:ext>
            </a:extLst>
          </p:cNvPr>
          <p:cNvSpPr txBox="1">
            <a:spLocks/>
          </p:cNvSpPr>
          <p:nvPr/>
        </p:nvSpPr>
        <p:spPr>
          <a:xfrm>
            <a:off x="2910575" y="3311711"/>
            <a:ext cx="1973712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プレゼンシート開始</a:t>
            </a: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D9DA1EDE-3F5E-1D6B-549A-57A998520205}"/>
              </a:ext>
            </a:extLst>
          </p:cNvPr>
          <p:cNvSpPr txBox="1">
            <a:spLocks/>
          </p:cNvSpPr>
          <p:nvPr/>
        </p:nvSpPr>
        <p:spPr>
          <a:xfrm>
            <a:off x="1900611" y="3105610"/>
            <a:ext cx="1245339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200" b="1" dirty="0">
                <a:latin typeface="+mn-ea"/>
                <a:ea typeface="+mn-ea"/>
              </a:rPr>
              <a:t>ミーティング</a:t>
            </a: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DF6FB21B-DCC0-1A2C-9285-2C0E52BA99C4}"/>
              </a:ext>
            </a:extLst>
          </p:cNvPr>
          <p:cNvSpPr txBox="1">
            <a:spLocks/>
          </p:cNvSpPr>
          <p:nvPr/>
        </p:nvSpPr>
        <p:spPr>
          <a:xfrm>
            <a:off x="4480693" y="2979897"/>
            <a:ext cx="2523280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新機体来ている</a:t>
            </a:r>
            <a:endParaRPr lang="en-US" altLang="ja-JP" sz="1400" b="1" dirty="0">
              <a:latin typeface="+mn-ea"/>
              <a:ea typeface="+mn-ea"/>
            </a:endParaRPr>
          </a:p>
          <a:p>
            <a:r>
              <a:rPr lang="ja-JP" altLang="en-US" sz="1400" b="1" dirty="0">
                <a:latin typeface="+mn-ea"/>
                <a:ea typeface="+mn-ea"/>
              </a:rPr>
              <a:t>基盤動かす</a:t>
            </a: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7AD81E20-716C-C6C9-1A4A-23EEFB5ACF54}"/>
              </a:ext>
            </a:extLst>
          </p:cNvPr>
          <p:cNvSpPr txBox="1">
            <a:spLocks/>
          </p:cNvSpPr>
          <p:nvPr/>
        </p:nvSpPr>
        <p:spPr>
          <a:xfrm>
            <a:off x="2596383" y="3035486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ゴールキーパー開始</a:t>
            </a: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9063D843-A26D-AC93-C3F6-3EBAAFD06B0C}"/>
              </a:ext>
            </a:extLst>
          </p:cNvPr>
          <p:cNvSpPr txBox="1">
            <a:spLocks/>
          </p:cNvSpPr>
          <p:nvPr/>
        </p:nvSpPr>
        <p:spPr>
          <a:xfrm>
            <a:off x="-214461" y="3879762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dirty="0">
                <a:latin typeface="+mn-ea"/>
                <a:ea typeface="+mn-ea"/>
              </a:rPr>
              <a:t>Esp32</a:t>
            </a:r>
            <a:r>
              <a:rPr lang="ja-JP" altLang="en-US" sz="1400" b="1" dirty="0">
                <a:latin typeface="+mn-ea"/>
                <a:ea typeface="+mn-ea"/>
              </a:rPr>
              <a:t>角度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85549BA5-33A1-CEED-27B2-185F6704C8DF}"/>
              </a:ext>
            </a:extLst>
          </p:cNvPr>
          <p:cNvSpPr txBox="1">
            <a:spLocks/>
          </p:cNvSpPr>
          <p:nvPr/>
        </p:nvSpPr>
        <p:spPr>
          <a:xfrm>
            <a:off x="2135912" y="3672728"/>
            <a:ext cx="2737741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回り込み、</a:t>
            </a:r>
            <a:endParaRPr lang="en-US" altLang="ja-JP" sz="1400" b="1" dirty="0">
              <a:latin typeface="+mn-ea"/>
              <a:ea typeface="+mn-ea"/>
            </a:endParaRPr>
          </a:p>
          <a:p>
            <a:r>
              <a:rPr lang="en-US" altLang="ja-JP" sz="1400" b="1" dirty="0" err="1">
                <a:latin typeface="+mn-ea"/>
                <a:ea typeface="+mn-ea"/>
              </a:rPr>
              <a:t>pid</a:t>
            </a:r>
            <a:r>
              <a:rPr lang="ja-JP" altLang="en-US" sz="1400" b="1" dirty="0">
                <a:latin typeface="+mn-ea"/>
                <a:ea typeface="+mn-ea"/>
              </a:rPr>
              <a:t>など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E6F1495D-34E5-6B6B-F4E2-0D959D922F37}"/>
              </a:ext>
            </a:extLst>
          </p:cNvPr>
          <p:cNvSpPr txBox="1">
            <a:spLocks/>
          </p:cNvSpPr>
          <p:nvPr/>
        </p:nvSpPr>
        <p:spPr>
          <a:xfrm>
            <a:off x="1541704" y="4636383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dirty="0">
                <a:latin typeface="+mn-ea"/>
                <a:ea typeface="+mn-ea"/>
              </a:rPr>
              <a:t>Esp32</a:t>
            </a:r>
            <a:r>
              <a:rPr lang="ja-JP" altLang="en-US" sz="1400" b="1" dirty="0">
                <a:latin typeface="+mn-ea"/>
                <a:ea typeface="+mn-ea"/>
              </a:rPr>
              <a:t>速度出し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22C1EDF4-B39F-6F98-F9DB-8FF7D7C46FCD}"/>
              </a:ext>
            </a:extLst>
          </p:cNvPr>
          <p:cNvSpPr txBox="1">
            <a:spLocks/>
          </p:cNvSpPr>
          <p:nvPr/>
        </p:nvSpPr>
        <p:spPr>
          <a:xfrm>
            <a:off x="4193245" y="3903820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ライン制御開始</a:t>
            </a:r>
            <a:endParaRPr lang="en-US" altLang="ja-JP" sz="1400" b="1" dirty="0">
              <a:latin typeface="+mn-ea"/>
              <a:ea typeface="+mn-ea"/>
            </a:endParaRP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30791F50-9E2A-80AB-8A1D-9C460ED8A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" y="5113020"/>
            <a:ext cx="6858000" cy="474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タイトル 1">
            <a:extLst>
              <a:ext uri="{FF2B5EF4-FFF2-40B4-BE49-F238E27FC236}">
                <a16:creationId xmlns:a16="http://schemas.microsoft.com/office/drawing/2014/main" id="{1B744F77-A477-1C93-65F6-DFEBD57E3470}"/>
              </a:ext>
            </a:extLst>
          </p:cNvPr>
          <p:cNvSpPr txBox="1">
            <a:spLocks/>
          </p:cNvSpPr>
          <p:nvPr/>
        </p:nvSpPr>
        <p:spPr>
          <a:xfrm>
            <a:off x="746761" y="6054911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1600" b="1" dirty="0">
              <a:latin typeface="+mn-ea"/>
              <a:ea typeface="+mn-ea"/>
            </a:endParaRPr>
          </a:p>
        </p:txBody>
      </p:sp>
      <p:sp>
        <p:nvSpPr>
          <p:cNvPr id="28" name="タイトル 1">
            <a:extLst>
              <a:ext uri="{FF2B5EF4-FFF2-40B4-BE49-F238E27FC236}">
                <a16:creationId xmlns:a16="http://schemas.microsoft.com/office/drawing/2014/main" id="{13D994AE-EEE3-52D8-0BAE-31D098E5CAC1}"/>
              </a:ext>
            </a:extLst>
          </p:cNvPr>
          <p:cNvSpPr txBox="1">
            <a:spLocks/>
          </p:cNvSpPr>
          <p:nvPr/>
        </p:nvSpPr>
        <p:spPr>
          <a:xfrm>
            <a:off x="1132035" y="7669208"/>
            <a:ext cx="1973712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残り基板発注</a:t>
            </a:r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28F13E06-D0D2-BA1D-C4BD-C7A286FCA6BD}"/>
              </a:ext>
            </a:extLst>
          </p:cNvPr>
          <p:cNvSpPr txBox="1">
            <a:spLocks/>
          </p:cNvSpPr>
          <p:nvPr/>
        </p:nvSpPr>
        <p:spPr>
          <a:xfrm>
            <a:off x="4495933" y="7487127"/>
            <a:ext cx="2523280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新機体来ている</a:t>
            </a:r>
            <a:endParaRPr lang="en-US" altLang="ja-JP" sz="1400" b="1" dirty="0">
              <a:latin typeface="+mn-ea"/>
              <a:ea typeface="+mn-ea"/>
            </a:endParaRPr>
          </a:p>
          <a:p>
            <a:r>
              <a:rPr lang="ja-JP" altLang="en-US" sz="1400" b="1" dirty="0">
                <a:latin typeface="+mn-ea"/>
                <a:ea typeface="+mn-ea"/>
              </a:rPr>
              <a:t>基盤動かす</a:t>
            </a:r>
          </a:p>
        </p:txBody>
      </p:sp>
      <p:sp>
        <p:nvSpPr>
          <p:cNvPr id="34" name="タイトル 1">
            <a:extLst>
              <a:ext uri="{FF2B5EF4-FFF2-40B4-BE49-F238E27FC236}">
                <a16:creationId xmlns:a16="http://schemas.microsoft.com/office/drawing/2014/main" id="{BB8B455D-976E-1B44-B1DC-04272D233150}"/>
              </a:ext>
            </a:extLst>
          </p:cNvPr>
          <p:cNvSpPr txBox="1">
            <a:spLocks/>
          </p:cNvSpPr>
          <p:nvPr/>
        </p:nvSpPr>
        <p:spPr>
          <a:xfrm>
            <a:off x="4373462" y="8134825"/>
            <a:ext cx="2737741" cy="711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不具合調整</a:t>
            </a:r>
            <a:endParaRPr lang="en-US" altLang="ja-JP" sz="1400" b="1" dirty="0">
              <a:latin typeface="+mn-ea"/>
              <a:ea typeface="+mn-ea"/>
            </a:endParaRPr>
          </a:p>
          <a:p>
            <a:r>
              <a:rPr lang="ja-JP" altLang="en-US" sz="1400" b="1" dirty="0">
                <a:latin typeface="+mn-ea"/>
                <a:ea typeface="+mn-ea"/>
              </a:rPr>
              <a:t>カメラレンズ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35" name="タイトル 1">
            <a:extLst>
              <a:ext uri="{FF2B5EF4-FFF2-40B4-BE49-F238E27FC236}">
                <a16:creationId xmlns:a16="http://schemas.microsoft.com/office/drawing/2014/main" id="{82E3A25B-35F0-DD39-5C62-BB41EF9F55A8}"/>
              </a:ext>
            </a:extLst>
          </p:cNvPr>
          <p:cNvSpPr txBox="1">
            <a:spLocks/>
          </p:cNvSpPr>
          <p:nvPr/>
        </p:nvSpPr>
        <p:spPr>
          <a:xfrm>
            <a:off x="2351103" y="7697929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プレゼンシート開始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36" name="タイトル 1">
            <a:extLst>
              <a:ext uri="{FF2B5EF4-FFF2-40B4-BE49-F238E27FC236}">
                <a16:creationId xmlns:a16="http://schemas.microsoft.com/office/drawing/2014/main" id="{1486793A-D878-3B5B-FA49-94193B610075}"/>
              </a:ext>
            </a:extLst>
          </p:cNvPr>
          <p:cNvSpPr txBox="1">
            <a:spLocks/>
          </p:cNvSpPr>
          <p:nvPr/>
        </p:nvSpPr>
        <p:spPr>
          <a:xfrm>
            <a:off x="1885930" y="831346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ソフトウェア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37" name="タイトル 1">
            <a:extLst>
              <a:ext uri="{FF2B5EF4-FFF2-40B4-BE49-F238E27FC236}">
                <a16:creationId xmlns:a16="http://schemas.microsoft.com/office/drawing/2014/main" id="{4F48C112-4D32-B18A-1981-93B25BC4D904}"/>
              </a:ext>
            </a:extLst>
          </p:cNvPr>
          <p:cNvSpPr txBox="1">
            <a:spLocks/>
          </p:cNvSpPr>
          <p:nvPr/>
        </p:nvSpPr>
        <p:spPr>
          <a:xfrm>
            <a:off x="2060129" y="5349504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ハードウェア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38" name="タイトル 1">
            <a:extLst>
              <a:ext uri="{FF2B5EF4-FFF2-40B4-BE49-F238E27FC236}">
                <a16:creationId xmlns:a16="http://schemas.microsoft.com/office/drawing/2014/main" id="{606845ED-E4E7-1F1A-A8EF-FD5B4F5E7856}"/>
              </a:ext>
            </a:extLst>
          </p:cNvPr>
          <p:cNvSpPr txBox="1">
            <a:spLocks/>
          </p:cNvSpPr>
          <p:nvPr/>
        </p:nvSpPr>
        <p:spPr>
          <a:xfrm>
            <a:off x="1536424" y="8411050"/>
            <a:ext cx="1973712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残り基板はんだ</a:t>
            </a:r>
          </a:p>
        </p:txBody>
      </p:sp>
      <p:sp>
        <p:nvSpPr>
          <p:cNvPr id="39" name="タイトル 1">
            <a:extLst>
              <a:ext uri="{FF2B5EF4-FFF2-40B4-BE49-F238E27FC236}">
                <a16:creationId xmlns:a16="http://schemas.microsoft.com/office/drawing/2014/main" id="{60245021-AC96-95DF-3682-C5442F66CD17}"/>
              </a:ext>
            </a:extLst>
          </p:cNvPr>
          <p:cNvSpPr txBox="1">
            <a:spLocks/>
          </p:cNvSpPr>
          <p:nvPr/>
        </p:nvSpPr>
        <p:spPr>
          <a:xfrm>
            <a:off x="3053487" y="4614191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テスト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41" name="タイトル 1">
            <a:extLst>
              <a:ext uri="{FF2B5EF4-FFF2-40B4-BE49-F238E27FC236}">
                <a16:creationId xmlns:a16="http://schemas.microsoft.com/office/drawing/2014/main" id="{B406A88E-7C2E-6326-4962-FEDD6226944B}"/>
              </a:ext>
            </a:extLst>
          </p:cNvPr>
          <p:cNvSpPr txBox="1">
            <a:spLocks/>
          </p:cNvSpPr>
          <p:nvPr/>
        </p:nvSpPr>
        <p:spPr>
          <a:xfrm>
            <a:off x="-729340" y="9122761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総探→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42" name="タイトル 1">
            <a:extLst>
              <a:ext uri="{FF2B5EF4-FFF2-40B4-BE49-F238E27FC236}">
                <a16:creationId xmlns:a16="http://schemas.microsoft.com/office/drawing/2014/main" id="{34299045-6E87-2666-BDF1-2B58DF9994FC}"/>
              </a:ext>
            </a:extLst>
          </p:cNvPr>
          <p:cNvSpPr txBox="1">
            <a:spLocks/>
          </p:cNvSpPr>
          <p:nvPr/>
        </p:nvSpPr>
        <p:spPr>
          <a:xfrm>
            <a:off x="3053486" y="9193186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テスト</a:t>
            </a:r>
            <a:endParaRPr lang="en-US" altLang="ja-JP" sz="1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62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120DA-5F15-EEDC-9402-5141AD77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B4C748C7-00B0-B640-A28E-CD4CBA0D4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/>
          </a:bodyPr>
          <a:lstStyle/>
          <a:p>
            <a:r>
              <a:rPr lang="ja-JP" altLang="en-US" sz="1600" b="1" dirty="0">
                <a:latin typeface="+mn-ea"/>
                <a:ea typeface="+mn-ea"/>
              </a:rPr>
              <a:t>今後の予定</a:t>
            </a:r>
            <a:endParaRPr kumimoji="1" lang="ja-JP" altLang="en-US" sz="1600" b="1" dirty="0">
              <a:latin typeface="+mn-ea"/>
              <a:ea typeface="+mn-ea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FCF5F71-3F65-F120-116E-2034CEC0A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138"/>
            <a:ext cx="6858000" cy="470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7B71D147-AC62-9905-0B8B-CBE0476BC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93075"/>
            <a:ext cx="6858000" cy="470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4F560E62-83D7-EF93-BB04-90EAE8576BEE}"/>
              </a:ext>
            </a:extLst>
          </p:cNvPr>
          <p:cNvSpPr txBox="1">
            <a:spLocks/>
          </p:cNvSpPr>
          <p:nvPr/>
        </p:nvSpPr>
        <p:spPr>
          <a:xfrm>
            <a:off x="4694449" y="7582119"/>
            <a:ext cx="1973712" cy="5463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</a:t>
            </a:r>
            <a:endParaRPr lang="en-US" altLang="ja-JP" sz="1400" b="1" dirty="0">
              <a:latin typeface="+mn-ea"/>
              <a:ea typeface="+mn-ea"/>
            </a:endParaRPr>
          </a:p>
          <a:p>
            <a:r>
              <a:rPr lang="en-US" altLang="ja-JP" sz="1400" b="1" dirty="0">
                <a:latin typeface="+mn-ea"/>
                <a:ea typeface="+mn-ea"/>
              </a:rPr>
              <a:t>1</a:t>
            </a:r>
            <a:r>
              <a:rPr lang="ja-JP" altLang="en-US" sz="1400" b="1" dirty="0">
                <a:latin typeface="+mn-ea"/>
                <a:ea typeface="+mn-ea"/>
              </a:rPr>
              <a:t>回目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045A2D7A-9962-598D-8D3A-DDAC6DC1DF7D}"/>
              </a:ext>
            </a:extLst>
          </p:cNvPr>
          <p:cNvSpPr txBox="1">
            <a:spLocks/>
          </p:cNvSpPr>
          <p:nvPr/>
        </p:nvSpPr>
        <p:spPr>
          <a:xfrm>
            <a:off x="1136022" y="2717240"/>
            <a:ext cx="2523280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テスト終わり</a:t>
            </a: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1DD4F9E0-4847-381D-DD04-BBE11B588C36}"/>
              </a:ext>
            </a:extLst>
          </p:cNvPr>
          <p:cNvSpPr txBox="1">
            <a:spLocks/>
          </p:cNvSpPr>
          <p:nvPr/>
        </p:nvSpPr>
        <p:spPr>
          <a:xfrm>
            <a:off x="4092073" y="1572274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テスト→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64927B6F-ED68-9E45-47EF-36EADC48D15B}"/>
              </a:ext>
            </a:extLst>
          </p:cNvPr>
          <p:cNvSpPr txBox="1">
            <a:spLocks/>
          </p:cNvSpPr>
          <p:nvPr/>
        </p:nvSpPr>
        <p:spPr>
          <a:xfrm>
            <a:off x="3954362" y="3426124"/>
            <a:ext cx="2737741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九州ブロック以上のロボット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67A961B2-877F-2829-14D0-A2C51A1FABC6}"/>
              </a:ext>
            </a:extLst>
          </p:cNvPr>
          <p:cNvSpPr txBox="1">
            <a:spLocks/>
          </p:cNvSpPr>
          <p:nvPr/>
        </p:nvSpPr>
        <p:spPr>
          <a:xfrm>
            <a:off x="4312434" y="3093232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1400" b="1" dirty="0">
                <a:latin typeface="+mn-ea"/>
                <a:ea typeface="+mn-ea"/>
              </a:rPr>
              <a:t>Esp32</a:t>
            </a:r>
            <a:r>
              <a:rPr lang="ja-JP" altLang="en-US" sz="1400" b="1" dirty="0">
                <a:latin typeface="+mn-ea"/>
                <a:ea typeface="+mn-ea"/>
              </a:rPr>
              <a:t>速度出し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F422A76-DF2B-AE26-D570-54F2BB27D8A0}"/>
              </a:ext>
            </a:extLst>
          </p:cNvPr>
          <p:cNvSpPr txBox="1">
            <a:spLocks/>
          </p:cNvSpPr>
          <p:nvPr/>
        </p:nvSpPr>
        <p:spPr>
          <a:xfrm>
            <a:off x="2060129" y="5349504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ハードウェア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9D4A1A1A-248E-4A9F-F8A2-FED69AFC6D7B}"/>
              </a:ext>
            </a:extLst>
          </p:cNvPr>
          <p:cNvSpPr txBox="1">
            <a:spLocks/>
          </p:cNvSpPr>
          <p:nvPr/>
        </p:nvSpPr>
        <p:spPr>
          <a:xfrm>
            <a:off x="790347" y="4504743"/>
            <a:ext cx="4444593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微調整、ドリブラー、細かい動き取り入れ→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B4FFAA65-17C3-C9B7-DA26-C4F6184BB2DA}"/>
              </a:ext>
            </a:extLst>
          </p:cNvPr>
          <p:cNvSpPr txBox="1">
            <a:spLocks/>
          </p:cNvSpPr>
          <p:nvPr/>
        </p:nvSpPr>
        <p:spPr>
          <a:xfrm>
            <a:off x="1900611" y="692239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ソフトウェア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F0FCE386-8EAB-4CBF-DA1F-F9513534668E}"/>
              </a:ext>
            </a:extLst>
          </p:cNvPr>
          <p:cNvSpPr txBox="1">
            <a:spLocks/>
          </p:cNvSpPr>
          <p:nvPr/>
        </p:nvSpPr>
        <p:spPr>
          <a:xfrm>
            <a:off x="4694449" y="8403189"/>
            <a:ext cx="1973712" cy="5463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</a:t>
            </a:r>
            <a:endParaRPr lang="en-US" altLang="ja-JP" sz="1400" b="1" dirty="0">
              <a:latin typeface="+mn-ea"/>
              <a:ea typeface="+mn-ea"/>
            </a:endParaRPr>
          </a:p>
          <a:p>
            <a:r>
              <a:rPr lang="ja-JP" altLang="en-US" sz="1400" b="1" dirty="0">
                <a:latin typeface="+mn-ea"/>
                <a:ea typeface="+mn-ea"/>
              </a:rPr>
              <a:t>２回目</a:t>
            </a: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7455A56A-F902-BCF4-06D9-6D42184E1061}"/>
              </a:ext>
            </a:extLst>
          </p:cNvPr>
          <p:cNvSpPr txBox="1">
            <a:spLocks/>
          </p:cNvSpPr>
          <p:nvPr/>
        </p:nvSpPr>
        <p:spPr>
          <a:xfrm>
            <a:off x="4061593" y="6273814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テスト→</a:t>
            </a: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C30C2D0A-EDEA-3166-DADB-A5008F945F01}"/>
              </a:ext>
            </a:extLst>
          </p:cNvPr>
          <p:cNvSpPr txBox="1">
            <a:spLocks/>
          </p:cNvSpPr>
          <p:nvPr/>
        </p:nvSpPr>
        <p:spPr>
          <a:xfrm>
            <a:off x="1128402" y="7373060"/>
            <a:ext cx="2523280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テスト終わり</a:t>
            </a: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2D9CF3C1-5647-9BC7-4A4A-D2C4495C575C}"/>
              </a:ext>
            </a:extLst>
          </p:cNvPr>
          <p:cNvSpPr txBox="1">
            <a:spLocks/>
          </p:cNvSpPr>
          <p:nvPr/>
        </p:nvSpPr>
        <p:spPr>
          <a:xfrm>
            <a:off x="3930420" y="3601311"/>
            <a:ext cx="2737741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ゴールキーパーもある程度完成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22" name="タイトル 1">
            <a:extLst>
              <a:ext uri="{FF2B5EF4-FFF2-40B4-BE49-F238E27FC236}">
                <a16:creationId xmlns:a16="http://schemas.microsoft.com/office/drawing/2014/main" id="{A8CC6C30-DFDF-8925-E48D-7B2767818F08}"/>
              </a:ext>
            </a:extLst>
          </p:cNvPr>
          <p:cNvSpPr txBox="1">
            <a:spLocks/>
          </p:cNvSpPr>
          <p:nvPr/>
        </p:nvSpPr>
        <p:spPr>
          <a:xfrm>
            <a:off x="4694449" y="8986789"/>
            <a:ext cx="1973712" cy="5463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</a:t>
            </a:r>
          </a:p>
          <a:p>
            <a:r>
              <a:rPr lang="ja-JP" altLang="en-US" sz="1400" b="1" dirty="0">
                <a:latin typeface="+mn-ea"/>
                <a:ea typeface="+mn-ea"/>
              </a:rPr>
              <a:t>完成！！</a:t>
            </a: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EE0EC4AF-F59A-7C36-084A-782C79C6B437}"/>
              </a:ext>
            </a:extLst>
          </p:cNvPr>
          <p:cNvSpPr txBox="1">
            <a:spLocks/>
          </p:cNvSpPr>
          <p:nvPr/>
        </p:nvSpPr>
        <p:spPr>
          <a:xfrm>
            <a:off x="-304667" y="2344636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ルールの把握→</a:t>
            </a:r>
          </a:p>
        </p:txBody>
      </p:sp>
      <p:sp>
        <p:nvSpPr>
          <p:cNvPr id="24" name="タイトル 1">
            <a:extLst>
              <a:ext uri="{FF2B5EF4-FFF2-40B4-BE49-F238E27FC236}">
                <a16:creationId xmlns:a16="http://schemas.microsoft.com/office/drawing/2014/main" id="{799FEEA8-D3FD-85C5-B9DA-0AFDB5D09C94}"/>
              </a:ext>
            </a:extLst>
          </p:cNvPr>
          <p:cNvSpPr txBox="1">
            <a:spLocks/>
          </p:cNvSpPr>
          <p:nvPr/>
        </p:nvSpPr>
        <p:spPr>
          <a:xfrm>
            <a:off x="-133238" y="7050915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ルールの把握→</a:t>
            </a:r>
          </a:p>
        </p:txBody>
      </p:sp>
    </p:spTree>
    <p:extLst>
      <p:ext uri="{BB962C8B-B14F-4D97-AF65-F5344CB8AC3E}">
        <p14:creationId xmlns:p14="http://schemas.microsoft.com/office/powerpoint/2010/main" val="388106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2238-ACF6-B9DA-53E5-2951A16A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44E2D8F8-9CC0-5CAA-6218-9C7EDF0D0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/>
          </a:bodyPr>
          <a:lstStyle/>
          <a:p>
            <a:r>
              <a:rPr lang="ja-JP" altLang="en-US" sz="1600" b="1" dirty="0">
                <a:latin typeface="+mn-ea"/>
                <a:ea typeface="+mn-ea"/>
              </a:rPr>
              <a:t>今後の予定</a:t>
            </a:r>
            <a:endParaRPr kumimoji="1" lang="ja-JP" altLang="en-US" sz="1600" b="1" dirty="0"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5E8EE1-1666-B7AD-3590-53005F78D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138"/>
            <a:ext cx="6858000" cy="487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EB9319F-790E-DA01-8679-8318D36CB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" y="5035550"/>
            <a:ext cx="6858000" cy="487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C4114D18-2DFE-D5F4-4837-7E86AA2B7468}"/>
              </a:ext>
            </a:extLst>
          </p:cNvPr>
          <p:cNvSpPr txBox="1">
            <a:spLocks/>
          </p:cNvSpPr>
          <p:nvPr/>
        </p:nvSpPr>
        <p:spPr>
          <a:xfrm>
            <a:off x="384588" y="2377308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微調整→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6FD4067-17EA-0069-3F9C-ABF1CC8C6B96}"/>
              </a:ext>
            </a:extLst>
          </p:cNvPr>
          <p:cNvSpPr txBox="1">
            <a:spLocks/>
          </p:cNvSpPr>
          <p:nvPr/>
        </p:nvSpPr>
        <p:spPr>
          <a:xfrm>
            <a:off x="4430808" y="1681613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プレゼンシート完成</a:t>
            </a: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B87BE0CA-3A9E-EE2D-DABD-557BF47BB4E5}"/>
              </a:ext>
            </a:extLst>
          </p:cNvPr>
          <p:cNvSpPr txBox="1">
            <a:spLocks/>
          </p:cNvSpPr>
          <p:nvPr/>
        </p:nvSpPr>
        <p:spPr>
          <a:xfrm>
            <a:off x="4419664" y="2779304"/>
            <a:ext cx="2737741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ロボット完成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4D68C45E-24DF-80D7-70C2-4C3D1D34894A}"/>
              </a:ext>
            </a:extLst>
          </p:cNvPr>
          <p:cNvSpPr txBox="1">
            <a:spLocks/>
          </p:cNvSpPr>
          <p:nvPr/>
        </p:nvSpPr>
        <p:spPr>
          <a:xfrm>
            <a:off x="4312433" y="6910127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予備部品→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F5FEF0B3-AF80-7EF4-DC71-F2F298A030C1}"/>
              </a:ext>
            </a:extLst>
          </p:cNvPr>
          <p:cNvSpPr txBox="1">
            <a:spLocks/>
          </p:cNvSpPr>
          <p:nvPr/>
        </p:nvSpPr>
        <p:spPr>
          <a:xfrm>
            <a:off x="2060129" y="5349504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ハードウェア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18D94650-CDFF-51C5-A19F-A612F17F28EA}"/>
              </a:ext>
            </a:extLst>
          </p:cNvPr>
          <p:cNvSpPr txBox="1">
            <a:spLocks/>
          </p:cNvSpPr>
          <p:nvPr/>
        </p:nvSpPr>
        <p:spPr>
          <a:xfrm>
            <a:off x="2778285" y="4548963"/>
            <a:ext cx="1280578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大会→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0770ADDC-3E57-183C-621C-B458D16BE9E1}"/>
              </a:ext>
            </a:extLst>
          </p:cNvPr>
          <p:cNvSpPr txBox="1">
            <a:spLocks/>
          </p:cNvSpPr>
          <p:nvPr/>
        </p:nvSpPr>
        <p:spPr>
          <a:xfrm>
            <a:off x="1900611" y="692239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ソフトウェア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911767B4-2C29-728F-E536-A711810DC032}"/>
              </a:ext>
            </a:extLst>
          </p:cNvPr>
          <p:cNvSpPr txBox="1">
            <a:spLocks/>
          </p:cNvSpPr>
          <p:nvPr/>
        </p:nvSpPr>
        <p:spPr>
          <a:xfrm>
            <a:off x="3269481" y="5638252"/>
            <a:ext cx="2737741" cy="647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ゴールキーパーもある程度完成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4BED9CAD-EF0F-1E0D-156E-565DF041826D}"/>
              </a:ext>
            </a:extLst>
          </p:cNvPr>
          <p:cNvSpPr txBox="1">
            <a:spLocks/>
          </p:cNvSpPr>
          <p:nvPr/>
        </p:nvSpPr>
        <p:spPr>
          <a:xfrm>
            <a:off x="4419664" y="6241957"/>
            <a:ext cx="2523280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プレゼンシート完成</a:t>
            </a: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1DC8C1CD-1CA3-0095-FE1A-68AE0ECAE545}"/>
              </a:ext>
            </a:extLst>
          </p:cNvPr>
          <p:cNvSpPr txBox="1">
            <a:spLocks/>
          </p:cNvSpPr>
          <p:nvPr/>
        </p:nvSpPr>
        <p:spPr>
          <a:xfrm>
            <a:off x="2778285" y="9098375"/>
            <a:ext cx="1280578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大会→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A23BE094-E4E8-E997-3C83-821F17E50274}"/>
              </a:ext>
            </a:extLst>
          </p:cNvPr>
          <p:cNvSpPr txBox="1">
            <a:spLocks/>
          </p:cNvSpPr>
          <p:nvPr/>
        </p:nvSpPr>
        <p:spPr>
          <a:xfrm>
            <a:off x="4323577" y="7652116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予備部品完成</a:t>
            </a:r>
            <a:endParaRPr lang="en-US" altLang="ja-JP" sz="1400" b="1" dirty="0">
              <a:latin typeface="+mn-ea"/>
              <a:ea typeface="+mn-ea"/>
            </a:endParaRP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50365897-CAAC-EB44-1BA1-03BB26EDFEE9}"/>
              </a:ext>
            </a:extLst>
          </p:cNvPr>
          <p:cNvSpPr txBox="1">
            <a:spLocks/>
          </p:cNvSpPr>
          <p:nvPr/>
        </p:nvSpPr>
        <p:spPr>
          <a:xfrm>
            <a:off x="-234591" y="6902452"/>
            <a:ext cx="2737741" cy="3214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400" b="1" dirty="0">
                <a:latin typeface="+mn-ea"/>
                <a:ea typeface="+mn-ea"/>
              </a:rPr>
              <a:t>要注意チームの把握→</a:t>
            </a:r>
            <a:endParaRPr lang="en-US" altLang="ja-JP" sz="1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876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4DFE-EF67-BCD9-A27C-2D8944A6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6E2E63E1-44CE-3DE7-8173-F2A0F89A1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64651"/>
            <a:ext cx="2523280" cy="321487"/>
          </a:xfrm>
        </p:spPr>
        <p:txBody>
          <a:bodyPr>
            <a:normAutofit/>
          </a:bodyPr>
          <a:lstStyle/>
          <a:p>
            <a:r>
              <a:rPr kumimoji="1" lang="ja-JP" altLang="en-US" sz="1600" b="1" dirty="0">
                <a:latin typeface="+mn-ea"/>
                <a:ea typeface="+mn-ea"/>
              </a:rPr>
              <a:t>アイデア</a:t>
            </a:r>
          </a:p>
        </p:txBody>
      </p:sp>
    </p:spTree>
    <p:extLst>
      <p:ext uri="{BB962C8B-B14F-4D97-AF65-F5344CB8AC3E}">
        <p14:creationId xmlns:p14="http://schemas.microsoft.com/office/powerpoint/2010/main" val="3882365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241</Words>
  <Application>Microsoft Office PowerPoint</Application>
  <PresentationFormat>A4 210 x 297 mm</PresentationFormat>
  <Paragraphs>151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テーマ</vt:lpstr>
      <vt:lpstr>全国優勝マニュアル（仮）</vt:lpstr>
      <vt:lpstr>やることリスト（ソフト）</vt:lpstr>
      <vt:lpstr>やることリスト（ハード）</vt:lpstr>
      <vt:lpstr>やることリスト（担当分け）</vt:lpstr>
      <vt:lpstr>今後の予定</vt:lpstr>
      <vt:lpstr>今後の予定</vt:lpstr>
      <vt:lpstr>今後の予定</vt:lpstr>
      <vt:lpstr>アイデア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結大 栗﨑</dc:creator>
  <cp:lastModifiedBy>結大 栗﨑</cp:lastModifiedBy>
  <cp:revision>1</cp:revision>
  <dcterms:created xsi:type="dcterms:W3CDTF">2025-01-13T15:24:24Z</dcterms:created>
  <dcterms:modified xsi:type="dcterms:W3CDTF">2025-01-13T16:27:16Z</dcterms:modified>
</cp:coreProperties>
</file>