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4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50" d="100"/>
          <a:sy n="150" d="100"/>
        </p:scale>
        <p:origin x="-1902" y="-1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3BE9EE-954C-69B7-B2EA-DE8F0BE23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C887BD5-AD78-C07D-710C-A9A12FAE2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C1BD52-89D8-A0DB-440B-C18CD1C0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CB4749-9A31-E561-899A-330CAB669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2CBAF3-85FC-255D-8D51-12D72323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39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E7907-4A8F-3C04-81BF-013A21DF3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3D1D5D-665C-A169-CE35-827583FD8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214A6F-42A7-902A-613E-804D7F8D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E9EF7A-BB45-1B3B-D818-920C8A258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52AD3E-80C7-C292-01A3-7B6F4D3E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0222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62936-6B0B-BD5A-67BC-F06D92E3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D4CD63-4A76-DCB0-48A9-46BB9E6A1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309899-80CA-FDDA-CA09-2AD495FE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1A6014-E8FB-5F77-CAFC-6B8EB527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E4802-7817-BA9C-97B6-F575A7FA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89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F860D-DB0F-C974-82C9-863F9164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9F06E6-3184-EF09-CE85-14DA33FBA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6C8BD2-837E-6177-EA88-96CCDE4A0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3B0B82-DA50-3FCA-7141-C74BE222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DCAF18-824F-040F-5219-EAB9A9F4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B5C1F4-47D5-770F-02F4-420EE379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51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D76B43-FBE2-53CD-3EF2-9F5339A9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D91D00-616F-EDDE-5790-E5F91DD0B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A77E1B-F44A-7751-FA9B-D3F0775A8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835E71-1EF3-8B2D-BDD0-679D0F311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0CEBB8F-E4CB-84B5-E796-5826DFE99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99E36D8-7C93-EA54-4544-14B04671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84D2BD7-8540-A5A5-6A1A-95FBF36D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D30043-65EA-5764-6400-6C49FAA5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09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E5C9E6-E13F-64F0-7F7D-9AE4388F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4C4C75-ED14-FF1E-17A7-F874C8BF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DF6EE6-E737-692E-26CC-4EFFE408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C0777B-8C8A-D2B5-8280-B51BBBD2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8518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26D5ED-A049-3403-D097-705FADD4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C6C4A2-2E5E-142A-3CD4-3B488AAA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D94EB1-3728-A417-E196-E3D84C7A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4159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0F1ECF-5026-CC21-FDEE-7D8CB1F5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F66F76-1D61-3B22-A067-F4A36208C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AC5387-FD63-7646-2C25-0F352A344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F2AC58-24A8-81DF-F01F-71C49FF4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DD38C0-379F-F45D-20C1-8788A1A0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E2914E-F32D-82F4-14C0-0BD33EEC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17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838FE6-650E-7C83-0DA1-9D4B1526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5D544B-F420-1D56-8207-2CB0D6F55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BF57B0-5A7D-B9F0-F87A-A13D4CB35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4B7B3D-4006-919C-0D2E-4FAE1E74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4D5C9F-A29E-8D31-27A2-F951CF11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EF72EB-47C5-D12C-7BF6-3C1F9D84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98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B43DFB-8DB1-A6E3-57E5-6B7F7B5F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AC5CAD-0EDD-85CC-52B5-99BADBD18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A882F3-077C-EE97-BBA6-D7A4BAD3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08B7A1-2767-313F-5BDF-4ABD33F1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186B96-73A0-58C7-AA91-8DF43C7A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256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F7FEB5-413B-D357-2ECA-70EA3B938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46D654-8B44-FCC8-A84D-18EFFC7B8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2B75C0-EF3D-D54F-E46C-7B42D91E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6110D-6175-8610-6DCF-A3B0F596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0EBF9D-37A8-CFAB-2194-0059BC8C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281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679E9F9-D378-425C-BCAD-1404E2A1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D0BC99-7965-CFCC-9A0C-06C2BFAFF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7D9433-B50A-83A4-3CF8-A60438BF3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0C3C8-F12D-4B42-B267-955A4223EF9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C41F71-BE0A-A217-D78B-6BEB94225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469AB2-5BE4-8035-AD6E-1F36513F2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5BA69-B315-4623-9EE3-1EBC0CC52C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95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C7D019A-4560-F3E1-49E0-DA95FEE11A4E}"/>
              </a:ext>
            </a:extLst>
          </p:cNvPr>
          <p:cNvSpPr/>
          <p:nvPr/>
        </p:nvSpPr>
        <p:spPr>
          <a:xfrm>
            <a:off x="3137229" y="5400740"/>
            <a:ext cx="6558917" cy="4992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7" name="正方形/長方形 1066">
            <a:extLst>
              <a:ext uri="{FF2B5EF4-FFF2-40B4-BE49-F238E27FC236}">
                <a16:creationId xmlns:a16="http://schemas.microsoft.com/office/drawing/2014/main" id="{085A7867-23E7-E874-3D74-54D36AF43C35}"/>
              </a:ext>
            </a:extLst>
          </p:cNvPr>
          <p:cNvSpPr/>
          <p:nvPr/>
        </p:nvSpPr>
        <p:spPr>
          <a:xfrm>
            <a:off x="3137265" y="4994259"/>
            <a:ext cx="6558917" cy="42011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6" name="正方形/長方形 1065">
            <a:extLst>
              <a:ext uri="{FF2B5EF4-FFF2-40B4-BE49-F238E27FC236}">
                <a16:creationId xmlns:a16="http://schemas.microsoft.com/office/drawing/2014/main" id="{58282338-862F-A273-FDCA-E467EDDFA84D}"/>
              </a:ext>
            </a:extLst>
          </p:cNvPr>
          <p:cNvSpPr/>
          <p:nvPr/>
        </p:nvSpPr>
        <p:spPr>
          <a:xfrm>
            <a:off x="3137265" y="4385982"/>
            <a:ext cx="6551345" cy="62134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5" name="正方形/長方形 1064">
            <a:extLst>
              <a:ext uri="{FF2B5EF4-FFF2-40B4-BE49-F238E27FC236}">
                <a16:creationId xmlns:a16="http://schemas.microsoft.com/office/drawing/2014/main" id="{A0BEA64D-7912-4670-167F-1A5FC7608C4C}"/>
              </a:ext>
            </a:extLst>
          </p:cNvPr>
          <p:cNvSpPr/>
          <p:nvPr/>
        </p:nvSpPr>
        <p:spPr>
          <a:xfrm>
            <a:off x="3137266" y="3578640"/>
            <a:ext cx="6558918" cy="80931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正方形/長方形 1063">
            <a:extLst>
              <a:ext uri="{FF2B5EF4-FFF2-40B4-BE49-F238E27FC236}">
                <a16:creationId xmlns:a16="http://schemas.microsoft.com/office/drawing/2014/main" id="{2088B1FF-30DF-0EA9-9C4A-6FFBE18C3D9D}"/>
              </a:ext>
            </a:extLst>
          </p:cNvPr>
          <p:cNvSpPr/>
          <p:nvPr/>
        </p:nvSpPr>
        <p:spPr>
          <a:xfrm>
            <a:off x="3130039" y="2904784"/>
            <a:ext cx="6564041" cy="6695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8" name="正方形/長方形 1067">
            <a:extLst>
              <a:ext uri="{FF2B5EF4-FFF2-40B4-BE49-F238E27FC236}">
                <a16:creationId xmlns:a16="http://schemas.microsoft.com/office/drawing/2014/main" id="{DA12C96B-89BF-59C9-4544-48CB3E0A9EE0}"/>
              </a:ext>
            </a:extLst>
          </p:cNvPr>
          <p:cNvSpPr/>
          <p:nvPr/>
        </p:nvSpPr>
        <p:spPr>
          <a:xfrm>
            <a:off x="3150790" y="2621157"/>
            <a:ext cx="6545394" cy="2899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正方形/長方形 1062">
            <a:extLst>
              <a:ext uri="{FF2B5EF4-FFF2-40B4-BE49-F238E27FC236}">
                <a16:creationId xmlns:a16="http://schemas.microsoft.com/office/drawing/2014/main" id="{41070D69-4B14-DE93-5C56-9A57A3D833F5}"/>
              </a:ext>
            </a:extLst>
          </p:cNvPr>
          <p:cNvSpPr/>
          <p:nvPr/>
        </p:nvSpPr>
        <p:spPr>
          <a:xfrm>
            <a:off x="3144765" y="2373157"/>
            <a:ext cx="6543846" cy="2632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FD92CB-9F52-3AF5-2A25-B37DF6AB7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265" y="-150456"/>
            <a:ext cx="5739319" cy="199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4E71468-569C-C0E2-0E99-244FB6632F96}"/>
              </a:ext>
            </a:extLst>
          </p:cNvPr>
          <p:cNvCxnSpPr>
            <a:cxnSpLocks/>
          </p:cNvCxnSpPr>
          <p:nvPr/>
        </p:nvCxnSpPr>
        <p:spPr>
          <a:xfrm flipV="1">
            <a:off x="3139296" y="2365375"/>
            <a:ext cx="6545394" cy="1587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ABD2A2D-CC2F-349C-6089-A39D02945C8F}"/>
              </a:ext>
            </a:extLst>
          </p:cNvPr>
          <p:cNvSpPr txBox="1"/>
          <p:nvPr/>
        </p:nvSpPr>
        <p:spPr>
          <a:xfrm>
            <a:off x="3094845" y="2138197"/>
            <a:ext cx="1064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/>
              <a:t>リターン内容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57A8CF-74F2-43DE-7671-75344C97FF2D}"/>
              </a:ext>
            </a:extLst>
          </p:cNvPr>
          <p:cNvCxnSpPr>
            <a:cxnSpLocks/>
          </p:cNvCxnSpPr>
          <p:nvPr/>
        </p:nvCxnSpPr>
        <p:spPr>
          <a:xfrm>
            <a:off x="3978275" y="2128837"/>
            <a:ext cx="466725" cy="252413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9308C99-F5DA-6638-6DF4-D19DB89229FD}"/>
              </a:ext>
            </a:extLst>
          </p:cNvPr>
          <p:cNvSpPr txBox="1"/>
          <p:nvPr/>
        </p:nvSpPr>
        <p:spPr>
          <a:xfrm>
            <a:off x="4367652" y="2144547"/>
            <a:ext cx="764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/>
              <a:t>寄付金額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D345E05-3EF1-8AA3-5DB1-C704F3B768C5}"/>
              </a:ext>
            </a:extLst>
          </p:cNvPr>
          <p:cNvCxnSpPr>
            <a:cxnSpLocks/>
          </p:cNvCxnSpPr>
          <p:nvPr/>
        </p:nvCxnSpPr>
        <p:spPr>
          <a:xfrm flipV="1">
            <a:off x="3139296" y="2636370"/>
            <a:ext cx="6554784" cy="52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DF43345-D113-4315-D73B-532ABF015B94}"/>
              </a:ext>
            </a:extLst>
          </p:cNvPr>
          <p:cNvCxnSpPr>
            <a:cxnSpLocks/>
          </p:cNvCxnSpPr>
          <p:nvPr/>
        </p:nvCxnSpPr>
        <p:spPr>
          <a:xfrm>
            <a:off x="5320521" y="2128837"/>
            <a:ext cx="0" cy="37659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662BDF6-ED8E-D602-3042-086E35CA0A36}"/>
              </a:ext>
            </a:extLst>
          </p:cNvPr>
          <p:cNvSpPr txBox="1"/>
          <p:nvPr/>
        </p:nvSpPr>
        <p:spPr>
          <a:xfrm>
            <a:off x="3109370" y="2386340"/>
            <a:ext cx="1245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/>
              <a:t>支援感謝メール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4DC6578-444B-574E-A200-2D50C2045D71}"/>
              </a:ext>
            </a:extLst>
          </p:cNvPr>
          <p:cNvSpPr txBox="1"/>
          <p:nvPr/>
        </p:nvSpPr>
        <p:spPr>
          <a:xfrm>
            <a:off x="5338055" y="2150897"/>
            <a:ext cx="481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/>
              <a:t>3</a:t>
            </a:r>
            <a:r>
              <a:rPr kumimoji="1" lang="en-US" altLang="ja-JP" sz="800" b="1" dirty="0"/>
              <a:t>,000</a:t>
            </a:r>
            <a:endParaRPr kumimoji="1" lang="ja-JP" altLang="en-US" sz="8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07CCBAC-EEAE-EC1A-7BBD-BFE30E8CE05C}"/>
              </a:ext>
            </a:extLst>
          </p:cNvPr>
          <p:cNvSpPr txBox="1"/>
          <p:nvPr/>
        </p:nvSpPr>
        <p:spPr>
          <a:xfrm>
            <a:off x="5837944" y="2149931"/>
            <a:ext cx="481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/>
              <a:t>5</a:t>
            </a:r>
            <a:r>
              <a:rPr kumimoji="1" lang="en-US" altLang="ja-JP" sz="800" b="1" dirty="0"/>
              <a:t>,000</a:t>
            </a:r>
            <a:endParaRPr kumimoji="1" lang="ja-JP" altLang="en-US" sz="800" b="1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614429D-686D-0985-4074-3FF643D3CA83}"/>
              </a:ext>
            </a:extLst>
          </p:cNvPr>
          <p:cNvSpPr txBox="1"/>
          <p:nvPr/>
        </p:nvSpPr>
        <p:spPr>
          <a:xfrm>
            <a:off x="6913635" y="2150387"/>
            <a:ext cx="5142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/>
              <a:t>30</a:t>
            </a:r>
            <a:r>
              <a:rPr kumimoji="1" lang="en-US" altLang="ja-JP" sz="800" b="1" dirty="0"/>
              <a:t>,000</a:t>
            </a:r>
            <a:endParaRPr kumimoji="1" lang="ja-JP" altLang="en-US" sz="800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3813DDD-8060-7EBC-1B5C-429A09CA7219}"/>
              </a:ext>
            </a:extLst>
          </p:cNvPr>
          <p:cNvSpPr txBox="1"/>
          <p:nvPr/>
        </p:nvSpPr>
        <p:spPr>
          <a:xfrm>
            <a:off x="6326650" y="2151218"/>
            <a:ext cx="5215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/>
              <a:t>10</a:t>
            </a:r>
            <a:r>
              <a:rPr kumimoji="1" lang="en-US" altLang="ja-JP" sz="800" b="1" dirty="0"/>
              <a:t>,000</a:t>
            </a:r>
            <a:endParaRPr kumimoji="1" lang="ja-JP" altLang="en-US" sz="800" b="1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84AA44F-BCEB-6FA9-981A-F89A866356EC}"/>
              </a:ext>
            </a:extLst>
          </p:cNvPr>
          <p:cNvSpPr txBox="1"/>
          <p:nvPr/>
        </p:nvSpPr>
        <p:spPr>
          <a:xfrm>
            <a:off x="7509432" y="2153671"/>
            <a:ext cx="5379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/>
              <a:t>50</a:t>
            </a:r>
            <a:r>
              <a:rPr kumimoji="1" lang="en-US" altLang="ja-JP" sz="800" b="1" dirty="0"/>
              <a:t>,000</a:t>
            </a:r>
            <a:endParaRPr kumimoji="1" lang="ja-JP" altLang="en-US" sz="800" b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1CEE531-32DC-B508-A116-13D0AFEBC1A4}"/>
              </a:ext>
            </a:extLst>
          </p:cNvPr>
          <p:cNvSpPr txBox="1"/>
          <p:nvPr/>
        </p:nvSpPr>
        <p:spPr>
          <a:xfrm>
            <a:off x="8198628" y="2150027"/>
            <a:ext cx="586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/>
              <a:t>100</a:t>
            </a:r>
            <a:r>
              <a:rPr kumimoji="1" lang="en-US" altLang="ja-JP" sz="800" b="1" dirty="0"/>
              <a:t>,000</a:t>
            </a:r>
            <a:endParaRPr kumimoji="1" lang="ja-JP" altLang="en-US" sz="800" b="1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E2E0A2E2-0548-D059-DDE5-777B72A09506}"/>
              </a:ext>
            </a:extLst>
          </p:cNvPr>
          <p:cNvCxnSpPr>
            <a:cxnSpLocks/>
          </p:cNvCxnSpPr>
          <p:nvPr/>
        </p:nvCxnSpPr>
        <p:spPr>
          <a:xfrm>
            <a:off x="5812746" y="2138197"/>
            <a:ext cx="0" cy="375656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35530B0C-55E2-11E9-C5E8-A0056860D9B6}"/>
              </a:ext>
            </a:extLst>
          </p:cNvPr>
          <p:cNvCxnSpPr>
            <a:cxnSpLocks/>
          </p:cNvCxnSpPr>
          <p:nvPr/>
        </p:nvCxnSpPr>
        <p:spPr>
          <a:xfrm>
            <a:off x="6307064" y="2128836"/>
            <a:ext cx="0" cy="37659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3458839D-D25D-C001-95BC-C052109E6D62}"/>
              </a:ext>
            </a:extLst>
          </p:cNvPr>
          <p:cNvCxnSpPr>
            <a:cxnSpLocks/>
          </p:cNvCxnSpPr>
          <p:nvPr/>
        </p:nvCxnSpPr>
        <p:spPr>
          <a:xfrm flipH="1">
            <a:off x="6848163" y="2128835"/>
            <a:ext cx="20243" cy="37659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50DE126E-BEF6-C5FD-CC0F-59998A90BD7A}"/>
              </a:ext>
            </a:extLst>
          </p:cNvPr>
          <p:cNvCxnSpPr>
            <a:cxnSpLocks/>
          </p:cNvCxnSpPr>
          <p:nvPr/>
        </p:nvCxnSpPr>
        <p:spPr>
          <a:xfrm>
            <a:off x="7469536" y="2127167"/>
            <a:ext cx="0" cy="376759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3FB72A58-FDEA-9357-3933-E6B23E4172AC}"/>
              </a:ext>
            </a:extLst>
          </p:cNvPr>
          <p:cNvCxnSpPr>
            <a:cxnSpLocks/>
          </p:cNvCxnSpPr>
          <p:nvPr/>
        </p:nvCxnSpPr>
        <p:spPr>
          <a:xfrm flipH="1">
            <a:off x="8055619" y="2127167"/>
            <a:ext cx="21652" cy="376759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C3338EB3-3413-8B63-E645-F3A5C344CF0C}"/>
              </a:ext>
            </a:extLst>
          </p:cNvPr>
          <p:cNvCxnSpPr>
            <a:cxnSpLocks/>
          </p:cNvCxnSpPr>
          <p:nvPr/>
        </p:nvCxnSpPr>
        <p:spPr>
          <a:xfrm flipV="1">
            <a:off x="3137612" y="2904784"/>
            <a:ext cx="6547078" cy="1161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C048FC52-476D-3605-B55C-89B09517D561}"/>
              </a:ext>
            </a:extLst>
          </p:cNvPr>
          <p:cNvSpPr txBox="1"/>
          <p:nvPr/>
        </p:nvSpPr>
        <p:spPr>
          <a:xfrm>
            <a:off x="3104427" y="2656515"/>
            <a:ext cx="1245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dirty="0"/>
              <a:t>大会活動報告</a:t>
            </a:r>
            <a:endParaRPr kumimoji="1" lang="ja-JP" altLang="en-US" sz="1100" b="1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A776054-0E8B-AA86-3286-75CC69953305}"/>
              </a:ext>
            </a:extLst>
          </p:cNvPr>
          <p:cNvSpPr txBox="1"/>
          <p:nvPr/>
        </p:nvSpPr>
        <p:spPr>
          <a:xfrm>
            <a:off x="3098431" y="3596351"/>
            <a:ext cx="21726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/>
              <a:t>ブラジル世界大会での</a:t>
            </a:r>
            <a:endParaRPr kumimoji="1" lang="en-US" altLang="ja-JP" sz="1100" b="1" dirty="0"/>
          </a:p>
          <a:p>
            <a:r>
              <a:rPr kumimoji="1" lang="ja-JP" altLang="en-US" sz="1100" b="1" dirty="0"/>
              <a:t>チーム写真データ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847EBE6-E935-9BA9-3E03-0DA883DF0D13}"/>
              </a:ext>
            </a:extLst>
          </p:cNvPr>
          <p:cNvSpPr txBox="1"/>
          <p:nvPr/>
        </p:nvSpPr>
        <p:spPr>
          <a:xfrm>
            <a:off x="3109370" y="4413351"/>
            <a:ext cx="28052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/>
              <a:t>ロボットの詳細データ</a:t>
            </a:r>
            <a:endParaRPr kumimoji="1" lang="en-US" altLang="ja-JP" sz="1100" b="1" dirty="0"/>
          </a:p>
          <a:p>
            <a:r>
              <a:rPr lang="ja-JP" altLang="en-US" sz="800" dirty="0"/>
              <a:t>・</a:t>
            </a:r>
            <a:r>
              <a:rPr lang="en-US" altLang="ja-JP" sz="800" dirty="0"/>
              <a:t>3D</a:t>
            </a:r>
            <a:r>
              <a:rPr lang="ja-JP" altLang="en-US" sz="800" dirty="0"/>
              <a:t>データ（</a:t>
            </a:r>
            <a:r>
              <a:rPr lang="en-US" altLang="ja-JP" sz="800" dirty="0"/>
              <a:t>Autodesk Fusion</a:t>
            </a:r>
            <a:r>
              <a:rPr lang="ja-JP" altLang="en-US" sz="800" dirty="0"/>
              <a:t>で作成）</a:t>
            </a:r>
            <a:endParaRPr kumimoji="1" lang="en-US" altLang="ja-JP" sz="800" dirty="0"/>
          </a:p>
          <a:p>
            <a:r>
              <a:rPr lang="ja-JP" altLang="en-US" sz="800" dirty="0"/>
              <a:t>・基板データ（</a:t>
            </a:r>
            <a:r>
              <a:rPr lang="en-US" altLang="ja-JP" sz="800" dirty="0"/>
              <a:t>Kicad6.0/7.0</a:t>
            </a:r>
            <a:r>
              <a:rPr lang="ja-JP" altLang="en-US" sz="800" dirty="0"/>
              <a:t>で作成</a:t>
            </a:r>
            <a:r>
              <a:rPr lang="ja-JP" altLang="en-US" sz="1000" dirty="0"/>
              <a:t>）</a:t>
            </a:r>
            <a:endParaRPr lang="en-US" altLang="ja-JP" sz="1000" dirty="0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04E63A15-0344-925A-950B-2EDDA5082974}"/>
              </a:ext>
            </a:extLst>
          </p:cNvPr>
          <p:cNvCxnSpPr>
            <a:cxnSpLocks/>
          </p:cNvCxnSpPr>
          <p:nvPr/>
        </p:nvCxnSpPr>
        <p:spPr>
          <a:xfrm>
            <a:off x="3136064" y="3576050"/>
            <a:ext cx="655801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C8BCDE43-66FE-669D-4699-9A1AAAF0FF82}"/>
              </a:ext>
            </a:extLst>
          </p:cNvPr>
          <p:cNvCxnSpPr>
            <a:cxnSpLocks/>
          </p:cNvCxnSpPr>
          <p:nvPr/>
        </p:nvCxnSpPr>
        <p:spPr>
          <a:xfrm flipV="1">
            <a:off x="3136065" y="4385982"/>
            <a:ext cx="6558015" cy="1076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DE277CA-50C6-CC0B-4CB1-79C145EB86F1}"/>
              </a:ext>
            </a:extLst>
          </p:cNvPr>
          <p:cNvSpPr txBox="1"/>
          <p:nvPr/>
        </p:nvSpPr>
        <p:spPr>
          <a:xfrm>
            <a:off x="3094845" y="2934520"/>
            <a:ext cx="21613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dirty="0"/>
              <a:t>ロボットの</a:t>
            </a:r>
            <a:r>
              <a:rPr lang="en-US" altLang="ja-JP" sz="1100" b="1" dirty="0"/>
              <a:t>3D</a:t>
            </a:r>
            <a:r>
              <a:rPr lang="ja-JP" altLang="en-US" sz="1100" b="1" dirty="0"/>
              <a:t>モデル閲覧権</a:t>
            </a:r>
            <a:endParaRPr kumimoji="1" lang="ja-JP" altLang="en-US" sz="1100" b="1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CC547B7-35C7-49B5-CEBE-C3D312F5F21A}"/>
              </a:ext>
            </a:extLst>
          </p:cNvPr>
          <p:cNvSpPr txBox="1"/>
          <p:nvPr/>
        </p:nvSpPr>
        <p:spPr>
          <a:xfrm>
            <a:off x="3096670" y="3982449"/>
            <a:ext cx="30395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/>
              <a:t>プレゼンテーションポスターの</a:t>
            </a:r>
            <a:endParaRPr kumimoji="1" lang="en-US" altLang="ja-JP" sz="1100" b="1" dirty="0"/>
          </a:p>
          <a:p>
            <a:r>
              <a:rPr kumimoji="1" lang="ja-JP" altLang="en-US" sz="1100" b="1" dirty="0"/>
              <a:t>データ</a:t>
            </a:r>
            <a:r>
              <a:rPr kumimoji="1" lang="en-US" altLang="ja-JP" sz="1100" dirty="0"/>
              <a:t>(.pptx)</a:t>
            </a:r>
            <a:endParaRPr kumimoji="1" lang="ja-JP" altLang="en-US" sz="1100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7240858-1AB0-6FFC-C8C3-1AA66AC0258D}"/>
              </a:ext>
            </a:extLst>
          </p:cNvPr>
          <p:cNvSpPr txBox="1"/>
          <p:nvPr/>
        </p:nvSpPr>
        <p:spPr>
          <a:xfrm>
            <a:off x="3101195" y="3150457"/>
            <a:ext cx="26076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/>
              <a:t>ブラジル世界大会での</a:t>
            </a:r>
            <a:endParaRPr kumimoji="1" lang="en-US" altLang="ja-JP" sz="1100" b="1" dirty="0"/>
          </a:p>
          <a:p>
            <a:r>
              <a:rPr lang="ja-JP" altLang="en-US" sz="1100" b="1" dirty="0"/>
              <a:t>試合動画</a:t>
            </a:r>
            <a:r>
              <a:rPr kumimoji="1" lang="ja-JP" altLang="en-US" sz="1100" b="1" dirty="0"/>
              <a:t>データ</a:t>
            </a:r>
            <a:r>
              <a:rPr kumimoji="1" lang="ja-JP" altLang="en-US" sz="1100" dirty="0"/>
              <a:t>（</a:t>
            </a:r>
            <a:r>
              <a:rPr kumimoji="1" lang="en-US" altLang="ja-JP" sz="1100" dirty="0"/>
              <a:t>.mp4</a:t>
            </a:r>
            <a:r>
              <a:rPr kumimoji="1" lang="ja-JP" altLang="en-US" sz="1100" dirty="0"/>
              <a:t>）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61A940A9-AA66-2055-2983-ADBCBF5E9727}"/>
              </a:ext>
            </a:extLst>
          </p:cNvPr>
          <p:cNvSpPr txBox="1"/>
          <p:nvPr/>
        </p:nvSpPr>
        <p:spPr>
          <a:xfrm>
            <a:off x="3101195" y="5012124"/>
            <a:ext cx="282991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dirty="0"/>
              <a:t>世界大会時、協賛企業を掲載</a:t>
            </a:r>
            <a:endParaRPr lang="en-US" altLang="ja-JP" sz="1100" b="1" dirty="0"/>
          </a:p>
          <a:p>
            <a:r>
              <a:rPr kumimoji="1" lang="ja-JP" altLang="en-US" sz="800" dirty="0"/>
              <a:t>（ロボット機体・ポスター・ユニフォーム）</a:t>
            </a:r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55202893-8A6A-AB81-9018-DE32927BC525}"/>
              </a:ext>
            </a:extLst>
          </p:cNvPr>
          <p:cNvCxnSpPr>
            <a:cxnSpLocks/>
          </p:cNvCxnSpPr>
          <p:nvPr/>
        </p:nvCxnSpPr>
        <p:spPr>
          <a:xfrm flipV="1">
            <a:off x="3137266" y="5003379"/>
            <a:ext cx="6565457" cy="1076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1" name="楕円 1040">
            <a:extLst>
              <a:ext uri="{FF2B5EF4-FFF2-40B4-BE49-F238E27FC236}">
                <a16:creationId xmlns:a16="http://schemas.microsoft.com/office/drawing/2014/main" id="{FBB3D033-51D6-FD32-17B8-325A87166A32}"/>
              </a:ext>
            </a:extLst>
          </p:cNvPr>
          <p:cNvSpPr/>
          <p:nvPr/>
        </p:nvSpPr>
        <p:spPr>
          <a:xfrm>
            <a:off x="5462079" y="2416025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楕円 1042">
            <a:extLst>
              <a:ext uri="{FF2B5EF4-FFF2-40B4-BE49-F238E27FC236}">
                <a16:creationId xmlns:a16="http://schemas.microsoft.com/office/drawing/2014/main" id="{003CD650-E485-E839-3FD6-FFAE345E5AF1}"/>
              </a:ext>
            </a:extLst>
          </p:cNvPr>
          <p:cNvSpPr/>
          <p:nvPr/>
        </p:nvSpPr>
        <p:spPr>
          <a:xfrm>
            <a:off x="5966208" y="2411044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楕円 1043">
            <a:extLst>
              <a:ext uri="{FF2B5EF4-FFF2-40B4-BE49-F238E27FC236}">
                <a16:creationId xmlns:a16="http://schemas.microsoft.com/office/drawing/2014/main" id="{75AC5C71-CE85-6C3C-EA4A-BF2523656AFE}"/>
              </a:ext>
            </a:extLst>
          </p:cNvPr>
          <p:cNvSpPr/>
          <p:nvPr/>
        </p:nvSpPr>
        <p:spPr>
          <a:xfrm>
            <a:off x="6485702" y="2411338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楕円 1044">
            <a:extLst>
              <a:ext uri="{FF2B5EF4-FFF2-40B4-BE49-F238E27FC236}">
                <a16:creationId xmlns:a16="http://schemas.microsoft.com/office/drawing/2014/main" id="{3A4E2F03-5990-D51B-2BBF-2CD80AE0EF23}"/>
              </a:ext>
            </a:extLst>
          </p:cNvPr>
          <p:cNvSpPr/>
          <p:nvPr/>
        </p:nvSpPr>
        <p:spPr>
          <a:xfrm>
            <a:off x="7075168" y="2411043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楕円 1045">
            <a:extLst>
              <a:ext uri="{FF2B5EF4-FFF2-40B4-BE49-F238E27FC236}">
                <a16:creationId xmlns:a16="http://schemas.microsoft.com/office/drawing/2014/main" id="{182DE434-6DC6-5AC7-5BEA-72A2F791565C}"/>
              </a:ext>
            </a:extLst>
          </p:cNvPr>
          <p:cNvSpPr/>
          <p:nvPr/>
        </p:nvSpPr>
        <p:spPr>
          <a:xfrm>
            <a:off x="7671529" y="2411338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楕円 1046">
            <a:extLst>
              <a:ext uri="{FF2B5EF4-FFF2-40B4-BE49-F238E27FC236}">
                <a16:creationId xmlns:a16="http://schemas.microsoft.com/office/drawing/2014/main" id="{FCAFE611-5345-95FB-90A5-10E781199B75}"/>
              </a:ext>
            </a:extLst>
          </p:cNvPr>
          <p:cNvSpPr/>
          <p:nvPr/>
        </p:nvSpPr>
        <p:spPr>
          <a:xfrm>
            <a:off x="8382816" y="2411265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楕円 1047">
            <a:extLst>
              <a:ext uri="{FF2B5EF4-FFF2-40B4-BE49-F238E27FC236}">
                <a16:creationId xmlns:a16="http://schemas.microsoft.com/office/drawing/2014/main" id="{8AA8EC52-EAF7-C1DB-AB1C-B967542FA507}"/>
              </a:ext>
            </a:extLst>
          </p:cNvPr>
          <p:cNvSpPr/>
          <p:nvPr/>
        </p:nvSpPr>
        <p:spPr>
          <a:xfrm>
            <a:off x="5965153" y="2678910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楕円 1048">
            <a:extLst>
              <a:ext uri="{FF2B5EF4-FFF2-40B4-BE49-F238E27FC236}">
                <a16:creationId xmlns:a16="http://schemas.microsoft.com/office/drawing/2014/main" id="{0ED4F30C-4128-0341-AD85-FF05F5E62B29}"/>
              </a:ext>
            </a:extLst>
          </p:cNvPr>
          <p:cNvSpPr/>
          <p:nvPr/>
        </p:nvSpPr>
        <p:spPr>
          <a:xfrm>
            <a:off x="6492860" y="2680499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楕円 1049">
            <a:extLst>
              <a:ext uri="{FF2B5EF4-FFF2-40B4-BE49-F238E27FC236}">
                <a16:creationId xmlns:a16="http://schemas.microsoft.com/office/drawing/2014/main" id="{EC98E74A-FA2E-098A-CE6F-8032534C499F}"/>
              </a:ext>
            </a:extLst>
          </p:cNvPr>
          <p:cNvSpPr/>
          <p:nvPr/>
        </p:nvSpPr>
        <p:spPr>
          <a:xfrm>
            <a:off x="7076234" y="2685260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1" name="楕円 1050">
            <a:extLst>
              <a:ext uri="{FF2B5EF4-FFF2-40B4-BE49-F238E27FC236}">
                <a16:creationId xmlns:a16="http://schemas.microsoft.com/office/drawing/2014/main" id="{77F88080-6083-885C-9994-D694519569C7}"/>
              </a:ext>
            </a:extLst>
          </p:cNvPr>
          <p:cNvSpPr/>
          <p:nvPr/>
        </p:nvSpPr>
        <p:spPr>
          <a:xfrm>
            <a:off x="7671529" y="2678442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楕円 1051">
            <a:extLst>
              <a:ext uri="{FF2B5EF4-FFF2-40B4-BE49-F238E27FC236}">
                <a16:creationId xmlns:a16="http://schemas.microsoft.com/office/drawing/2014/main" id="{5C14E445-B0EE-CB5D-C881-D52CCD70E0AA}"/>
              </a:ext>
            </a:extLst>
          </p:cNvPr>
          <p:cNvSpPr/>
          <p:nvPr/>
        </p:nvSpPr>
        <p:spPr>
          <a:xfrm>
            <a:off x="8382816" y="2683348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楕円 1052">
            <a:extLst>
              <a:ext uri="{FF2B5EF4-FFF2-40B4-BE49-F238E27FC236}">
                <a16:creationId xmlns:a16="http://schemas.microsoft.com/office/drawing/2014/main" id="{6BEC1CD2-9013-3F19-C8B2-72A2CCF41DD9}"/>
              </a:ext>
            </a:extLst>
          </p:cNvPr>
          <p:cNvSpPr/>
          <p:nvPr/>
        </p:nvSpPr>
        <p:spPr>
          <a:xfrm>
            <a:off x="6497485" y="3139867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楕円 1053">
            <a:extLst>
              <a:ext uri="{FF2B5EF4-FFF2-40B4-BE49-F238E27FC236}">
                <a16:creationId xmlns:a16="http://schemas.microsoft.com/office/drawing/2014/main" id="{AC81B586-A7BB-7BCD-C261-148CAF894AE7}"/>
              </a:ext>
            </a:extLst>
          </p:cNvPr>
          <p:cNvSpPr/>
          <p:nvPr/>
        </p:nvSpPr>
        <p:spPr>
          <a:xfrm>
            <a:off x="7075168" y="3144404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楕円 1054">
            <a:extLst>
              <a:ext uri="{FF2B5EF4-FFF2-40B4-BE49-F238E27FC236}">
                <a16:creationId xmlns:a16="http://schemas.microsoft.com/office/drawing/2014/main" id="{1EF31E21-DA4F-44D5-BFCD-F34B35F6666F}"/>
              </a:ext>
            </a:extLst>
          </p:cNvPr>
          <p:cNvSpPr/>
          <p:nvPr/>
        </p:nvSpPr>
        <p:spPr>
          <a:xfrm>
            <a:off x="7668812" y="3135508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楕円 1055">
            <a:extLst>
              <a:ext uri="{FF2B5EF4-FFF2-40B4-BE49-F238E27FC236}">
                <a16:creationId xmlns:a16="http://schemas.microsoft.com/office/drawing/2014/main" id="{50DF50FD-3DD4-BDC3-5D19-34E7F5E3D613}"/>
              </a:ext>
            </a:extLst>
          </p:cNvPr>
          <p:cNvSpPr/>
          <p:nvPr/>
        </p:nvSpPr>
        <p:spPr>
          <a:xfrm>
            <a:off x="7081814" y="3885120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楕円 1056">
            <a:extLst>
              <a:ext uri="{FF2B5EF4-FFF2-40B4-BE49-F238E27FC236}">
                <a16:creationId xmlns:a16="http://schemas.microsoft.com/office/drawing/2014/main" id="{8CC6C0F5-12E2-54CA-5586-1BA2014A152A}"/>
              </a:ext>
            </a:extLst>
          </p:cNvPr>
          <p:cNvSpPr/>
          <p:nvPr/>
        </p:nvSpPr>
        <p:spPr>
          <a:xfrm>
            <a:off x="7684090" y="3885120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楕円 1057">
            <a:extLst>
              <a:ext uri="{FF2B5EF4-FFF2-40B4-BE49-F238E27FC236}">
                <a16:creationId xmlns:a16="http://schemas.microsoft.com/office/drawing/2014/main" id="{030B583A-2EB5-89A7-A297-EB782051C937}"/>
              </a:ext>
            </a:extLst>
          </p:cNvPr>
          <p:cNvSpPr/>
          <p:nvPr/>
        </p:nvSpPr>
        <p:spPr>
          <a:xfrm>
            <a:off x="8376007" y="3882258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楕円 1058">
            <a:extLst>
              <a:ext uri="{FF2B5EF4-FFF2-40B4-BE49-F238E27FC236}">
                <a16:creationId xmlns:a16="http://schemas.microsoft.com/office/drawing/2014/main" id="{4151F9AE-F7AD-F667-20AA-3342D428F91F}"/>
              </a:ext>
            </a:extLst>
          </p:cNvPr>
          <p:cNvSpPr/>
          <p:nvPr/>
        </p:nvSpPr>
        <p:spPr>
          <a:xfrm>
            <a:off x="8376007" y="3135508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0" name="楕円 1059">
            <a:extLst>
              <a:ext uri="{FF2B5EF4-FFF2-40B4-BE49-F238E27FC236}">
                <a16:creationId xmlns:a16="http://schemas.microsoft.com/office/drawing/2014/main" id="{DBA3C2A1-4852-F1F8-AC13-5A4C0983FE91}"/>
              </a:ext>
            </a:extLst>
          </p:cNvPr>
          <p:cNvSpPr/>
          <p:nvPr/>
        </p:nvSpPr>
        <p:spPr>
          <a:xfrm>
            <a:off x="8382816" y="4602232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楕円 1060">
            <a:extLst>
              <a:ext uri="{FF2B5EF4-FFF2-40B4-BE49-F238E27FC236}">
                <a16:creationId xmlns:a16="http://schemas.microsoft.com/office/drawing/2014/main" id="{455EFA87-0171-6AFC-834E-80CAD32D2D8D}"/>
              </a:ext>
            </a:extLst>
          </p:cNvPr>
          <p:cNvSpPr/>
          <p:nvPr/>
        </p:nvSpPr>
        <p:spPr>
          <a:xfrm>
            <a:off x="7675459" y="4605361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楕円 1061">
            <a:extLst>
              <a:ext uri="{FF2B5EF4-FFF2-40B4-BE49-F238E27FC236}">
                <a16:creationId xmlns:a16="http://schemas.microsoft.com/office/drawing/2014/main" id="{0A45E1FE-FAF2-0D97-F273-E4AC66484AC4}"/>
              </a:ext>
            </a:extLst>
          </p:cNvPr>
          <p:cNvSpPr/>
          <p:nvPr/>
        </p:nvSpPr>
        <p:spPr>
          <a:xfrm>
            <a:off x="8376007" y="5121916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CD9B89-41DE-DF2C-DDB9-E7F8DEE639F1}"/>
              </a:ext>
            </a:extLst>
          </p:cNvPr>
          <p:cNvSpPr/>
          <p:nvPr/>
        </p:nvSpPr>
        <p:spPr>
          <a:xfrm>
            <a:off x="3136063" y="2127167"/>
            <a:ext cx="6552548" cy="376759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3DEFFF6-C85C-0228-4742-E0D9CE883645}"/>
              </a:ext>
            </a:extLst>
          </p:cNvPr>
          <p:cNvCxnSpPr>
            <a:cxnSpLocks/>
          </p:cNvCxnSpPr>
          <p:nvPr/>
        </p:nvCxnSpPr>
        <p:spPr>
          <a:xfrm flipV="1">
            <a:off x="3130039" y="5407090"/>
            <a:ext cx="6551345" cy="1429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17D3BA3-2309-50E6-B48B-0524FBEC1C5F}"/>
              </a:ext>
            </a:extLst>
          </p:cNvPr>
          <p:cNvSpPr txBox="1"/>
          <p:nvPr/>
        </p:nvSpPr>
        <p:spPr>
          <a:xfrm>
            <a:off x="8992598" y="2151363"/>
            <a:ext cx="586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b="1" dirty="0"/>
              <a:t>200</a:t>
            </a:r>
            <a:r>
              <a:rPr kumimoji="1" lang="en-US" altLang="ja-JP" sz="800" b="1" dirty="0"/>
              <a:t>,000</a:t>
            </a:r>
            <a:endParaRPr kumimoji="1" lang="ja-JP" altLang="en-US" sz="800" b="1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1FFDA7D-BEC5-CA44-9FF3-3191D2B78781}"/>
              </a:ext>
            </a:extLst>
          </p:cNvPr>
          <p:cNvCxnSpPr>
            <a:cxnSpLocks/>
          </p:cNvCxnSpPr>
          <p:nvPr/>
        </p:nvCxnSpPr>
        <p:spPr>
          <a:xfrm flipH="1">
            <a:off x="8862359" y="2113537"/>
            <a:ext cx="8412" cy="37812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F69DA119-53F0-8A14-15FC-314CD7A4C831}"/>
              </a:ext>
            </a:extLst>
          </p:cNvPr>
          <p:cNvSpPr txBox="1"/>
          <p:nvPr/>
        </p:nvSpPr>
        <p:spPr>
          <a:xfrm>
            <a:off x="3103796" y="5443232"/>
            <a:ext cx="23540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dirty="0">
                <a:solidFill>
                  <a:srgbClr val="242424"/>
                </a:solidFill>
              </a:rPr>
              <a:t>対外活動時、部員が協賛企業の</a:t>
            </a:r>
            <a:endParaRPr lang="en-US" altLang="ja-JP" sz="1100" b="1" dirty="0">
              <a:solidFill>
                <a:srgbClr val="242424"/>
              </a:solidFill>
            </a:endParaRPr>
          </a:p>
          <a:p>
            <a:r>
              <a:rPr lang="ja-JP" altLang="en-US" sz="1100" b="1" dirty="0">
                <a:solidFill>
                  <a:srgbClr val="242424"/>
                </a:solidFill>
              </a:rPr>
              <a:t>ロゴを付けて活動</a:t>
            </a:r>
            <a:endParaRPr kumimoji="1" lang="ja-JP" altLang="en-US" sz="800" b="1" dirty="0">
              <a:solidFill>
                <a:srgbClr val="242424"/>
              </a:solidFill>
            </a:endParaRPr>
          </a:p>
        </p:txBody>
      </p:sp>
      <p:sp>
        <p:nvSpPr>
          <p:cNvPr id="1036" name="楕円 1035">
            <a:extLst>
              <a:ext uri="{FF2B5EF4-FFF2-40B4-BE49-F238E27FC236}">
                <a16:creationId xmlns:a16="http://schemas.microsoft.com/office/drawing/2014/main" id="{72CF1A12-8DDB-E343-C846-EEAC10724599}"/>
              </a:ext>
            </a:extLst>
          </p:cNvPr>
          <p:cNvSpPr/>
          <p:nvPr/>
        </p:nvSpPr>
        <p:spPr>
          <a:xfrm>
            <a:off x="9189967" y="3140582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楕円 1036">
            <a:extLst>
              <a:ext uri="{FF2B5EF4-FFF2-40B4-BE49-F238E27FC236}">
                <a16:creationId xmlns:a16="http://schemas.microsoft.com/office/drawing/2014/main" id="{C52592CE-1109-A3E3-2031-04C50E947B6B}"/>
              </a:ext>
            </a:extLst>
          </p:cNvPr>
          <p:cNvSpPr/>
          <p:nvPr/>
        </p:nvSpPr>
        <p:spPr>
          <a:xfrm>
            <a:off x="9188807" y="3889257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楕円 1037">
            <a:extLst>
              <a:ext uri="{FF2B5EF4-FFF2-40B4-BE49-F238E27FC236}">
                <a16:creationId xmlns:a16="http://schemas.microsoft.com/office/drawing/2014/main" id="{CCD9CF57-CE73-DC87-84D2-8243768DDE15}"/>
              </a:ext>
            </a:extLst>
          </p:cNvPr>
          <p:cNvSpPr/>
          <p:nvPr/>
        </p:nvSpPr>
        <p:spPr>
          <a:xfrm>
            <a:off x="9188807" y="4601381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楕円 1038">
            <a:extLst>
              <a:ext uri="{FF2B5EF4-FFF2-40B4-BE49-F238E27FC236}">
                <a16:creationId xmlns:a16="http://schemas.microsoft.com/office/drawing/2014/main" id="{2ACEEF8C-1BB8-5C86-D41E-7D2CF9FE98E0}"/>
              </a:ext>
            </a:extLst>
          </p:cNvPr>
          <p:cNvSpPr/>
          <p:nvPr/>
        </p:nvSpPr>
        <p:spPr>
          <a:xfrm>
            <a:off x="9183512" y="5122257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楕円 1039">
            <a:extLst>
              <a:ext uri="{FF2B5EF4-FFF2-40B4-BE49-F238E27FC236}">
                <a16:creationId xmlns:a16="http://schemas.microsoft.com/office/drawing/2014/main" id="{8200678B-5322-4A5B-449E-60DF211FF4C5}"/>
              </a:ext>
            </a:extLst>
          </p:cNvPr>
          <p:cNvSpPr/>
          <p:nvPr/>
        </p:nvSpPr>
        <p:spPr>
          <a:xfrm>
            <a:off x="9188807" y="2410476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楕円 1041">
            <a:extLst>
              <a:ext uri="{FF2B5EF4-FFF2-40B4-BE49-F238E27FC236}">
                <a16:creationId xmlns:a16="http://schemas.microsoft.com/office/drawing/2014/main" id="{052DB8DE-68FC-1C34-57F9-F70D18312DD5}"/>
              </a:ext>
            </a:extLst>
          </p:cNvPr>
          <p:cNvSpPr/>
          <p:nvPr/>
        </p:nvSpPr>
        <p:spPr>
          <a:xfrm>
            <a:off x="9183512" y="5569080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2" name="楕円 1071">
            <a:extLst>
              <a:ext uri="{FF2B5EF4-FFF2-40B4-BE49-F238E27FC236}">
                <a16:creationId xmlns:a16="http://schemas.microsoft.com/office/drawing/2014/main" id="{80561092-D782-BE61-08AC-CF1FE11B9856}"/>
              </a:ext>
            </a:extLst>
          </p:cNvPr>
          <p:cNvSpPr/>
          <p:nvPr/>
        </p:nvSpPr>
        <p:spPr>
          <a:xfrm>
            <a:off x="9191159" y="2683525"/>
            <a:ext cx="191896" cy="186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246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16532</TotalTime>
  <Words>98</Words>
  <Application>Microsoft Office PowerPoint</Application>
  <PresentationFormat>ワイド画面</PresentationFormat>
  <Paragraphs>25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結大 栗﨑</dc:creator>
  <cp:lastModifiedBy>結大 栗﨑</cp:lastModifiedBy>
  <cp:revision>6</cp:revision>
  <dcterms:created xsi:type="dcterms:W3CDTF">2025-04-12T14:27:26Z</dcterms:created>
  <dcterms:modified xsi:type="dcterms:W3CDTF">2025-05-09T07:07:27Z</dcterms:modified>
</cp:coreProperties>
</file>