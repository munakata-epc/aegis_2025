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9601200" cy="12801600" type="A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65" d="100"/>
          <a:sy n="65" d="100"/>
        </p:scale>
        <p:origin x="276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0090" y="2095078"/>
            <a:ext cx="8161020" cy="4456853"/>
          </a:xfrm>
        </p:spPr>
        <p:txBody>
          <a:bodyPr anchor="b"/>
          <a:lstStyle>
            <a:lvl1pPr algn="ctr">
              <a:defRPr sz="63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00150" y="6723804"/>
            <a:ext cx="7200900" cy="3090756"/>
          </a:xfrm>
        </p:spPr>
        <p:txBody>
          <a:bodyPr/>
          <a:lstStyle>
            <a:lvl1pPr marL="0" indent="0" algn="ctr">
              <a:buNone/>
              <a:defRPr sz="2520"/>
            </a:lvl1pPr>
            <a:lvl2pPr marL="480060" indent="0" algn="ctr">
              <a:buNone/>
              <a:defRPr sz="2100"/>
            </a:lvl2pPr>
            <a:lvl3pPr marL="960120" indent="0" algn="ctr">
              <a:buNone/>
              <a:defRPr sz="1890"/>
            </a:lvl3pPr>
            <a:lvl4pPr marL="1440180" indent="0" algn="ctr">
              <a:buNone/>
              <a:defRPr sz="1680"/>
            </a:lvl4pPr>
            <a:lvl5pPr marL="1920240" indent="0" algn="ctr">
              <a:buNone/>
              <a:defRPr sz="1680"/>
            </a:lvl5pPr>
            <a:lvl6pPr marL="2400300" indent="0" algn="ctr">
              <a:buNone/>
              <a:defRPr sz="1680"/>
            </a:lvl6pPr>
            <a:lvl7pPr marL="2880360" indent="0" algn="ctr">
              <a:buNone/>
              <a:defRPr sz="1680"/>
            </a:lvl7pPr>
            <a:lvl8pPr marL="3360420" indent="0" algn="ctr">
              <a:buNone/>
              <a:defRPr sz="1680"/>
            </a:lvl8pPr>
            <a:lvl9pPr marL="3840480" indent="0" algn="ctr">
              <a:buNone/>
              <a:defRPr sz="168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ED988-50C2-4A5F-AF1D-17BB20BB0DA6}" type="datetimeFigureOut">
              <a:rPr kumimoji="1" lang="ja-JP" altLang="en-US" smtClean="0"/>
              <a:t>2025/5/29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AD6156-2C93-4115-AD61-B992D724F4F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323314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ED988-50C2-4A5F-AF1D-17BB20BB0DA6}" type="datetimeFigureOut">
              <a:rPr kumimoji="1" lang="ja-JP" altLang="en-US" smtClean="0"/>
              <a:t>2025/5/29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AD6156-2C93-4115-AD61-B992D724F4F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508366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5082" y="3191514"/>
            <a:ext cx="8281035" cy="5325109"/>
          </a:xfrm>
        </p:spPr>
        <p:txBody>
          <a:bodyPr anchor="b"/>
          <a:lstStyle>
            <a:lvl1pPr>
              <a:defRPr sz="63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5082" y="8567000"/>
            <a:ext cx="8281035" cy="2800349"/>
          </a:xfrm>
        </p:spPr>
        <p:txBody>
          <a:bodyPr/>
          <a:lstStyle>
            <a:lvl1pPr marL="0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1pPr>
            <a:lvl2pPr marL="480060" indent="0">
              <a:buNone/>
              <a:defRPr sz="2100">
                <a:solidFill>
                  <a:schemeClr val="tx1">
                    <a:tint val="82000"/>
                  </a:schemeClr>
                </a:solidFill>
              </a:defRPr>
            </a:lvl2pPr>
            <a:lvl3pPr marL="960120" indent="0">
              <a:buNone/>
              <a:defRPr sz="1890">
                <a:solidFill>
                  <a:schemeClr val="tx1">
                    <a:tint val="82000"/>
                  </a:schemeClr>
                </a:solidFill>
              </a:defRPr>
            </a:lvl3pPr>
            <a:lvl4pPr marL="1440180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4pPr>
            <a:lvl5pPr marL="1920240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5pPr>
            <a:lvl6pPr marL="2400300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6pPr>
            <a:lvl7pPr marL="2880360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7pPr>
            <a:lvl8pPr marL="3360420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8pPr>
            <a:lvl9pPr marL="3840480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ED988-50C2-4A5F-AF1D-17BB20BB0DA6}" type="datetimeFigureOut">
              <a:rPr kumimoji="1" lang="ja-JP" altLang="en-US" smtClean="0"/>
              <a:t>2025/5/29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AD6156-2C93-4115-AD61-B992D724F4F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86089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60083" y="3407833"/>
            <a:ext cx="4080510" cy="812249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60608" y="3407833"/>
            <a:ext cx="4080510" cy="812249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ED988-50C2-4A5F-AF1D-17BB20BB0DA6}" type="datetimeFigureOut">
              <a:rPr kumimoji="1" lang="ja-JP" altLang="en-US" smtClean="0"/>
              <a:t>2025/5/29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AD6156-2C93-4115-AD61-B992D724F4F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241712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681570"/>
            <a:ext cx="8281035" cy="2474384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1334" y="3138171"/>
            <a:ext cx="4061757" cy="1537969"/>
          </a:xfrm>
        </p:spPr>
        <p:txBody>
          <a:bodyPr anchor="b"/>
          <a:lstStyle>
            <a:lvl1pPr marL="0" indent="0">
              <a:buNone/>
              <a:defRPr sz="2520" b="1"/>
            </a:lvl1pPr>
            <a:lvl2pPr marL="480060" indent="0">
              <a:buNone/>
              <a:defRPr sz="2100" b="1"/>
            </a:lvl2pPr>
            <a:lvl3pPr marL="960120" indent="0">
              <a:buNone/>
              <a:defRPr sz="1890" b="1"/>
            </a:lvl3pPr>
            <a:lvl4pPr marL="1440180" indent="0">
              <a:buNone/>
              <a:defRPr sz="1680" b="1"/>
            </a:lvl4pPr>
            <a:lvl5pPr marL="1920240" indent="0">
              <a:buNone/>
              <a:defRPr sz="1680" b="1"/>
            </a:lvl5pPr>
            <a:lvl6pPr marL="2400300" indent="0">
              <a:buNone/>
              <a:defRPr sz="1680" b="1"/>
            </a:lvl6pPr>
            <a:lvl7pPr marL="2880360" indent="0">
              <a:buNone/>
              <a:defRPr sz="1680" b="1"/>
            </a:lvl7pPr>
            <a:lvl8pPr marL="3360420" indent="0">
              <a:buNone/>
              <a:defRPr sz="1680" b="1"/>
            </a:lvl8pPr>
            <a:lvl9pPr marL="3840480" indent="0">
              <a:buNone/>
              <a:defRPr sz="168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1334" y="4676140"/>
            <a:ext cx="4061757" cy="687789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60608" y="3138171"/>
            <a:ext cx="4081761" cy="1537969"/>
          </a:xfrm>
        </p:spPr>
        <p:txBody>
          <a:bodyPr anchor="b"/>
          <a:lstStyle>
            <a:lvl1pPr marL="0" indent="0">
              <a:buNone/>
              <a:defRPr sz="2520" b="1"/>
            </a:lvl1pPr>
            <a:lvl2pPr marL="480060" indent="0">
              <a:buNone/>
              <a:defRPr sz="2100" b="1"/>
            </a:lvl2pPr>
            <a:lvl3pPr marL="960120" indent="0">
              <a:buNone/>
              <a:defRPr sz="1890" b="1"/>
            </a:lvl3pPr>
            <a:lvl4pPr marL="1440180" indent="0">
              <a:buNone/>
              <a:defRPr sz="1680" b="1"/>
            </a:lvl4pPr>
            <a:lvl5pPr marL="1920240" indent="0">
              <a:buNone/>
              <a:defRPr sz="1680" b="1"/>
            </a:lvl5pPr>
            <a:lvl6pPr marL="2400300" indent="0">
              <a:buNone/>
              <a:defRPr sz="1680" b="1"/>
            </a:lvl6pPr>
            <a:lvl7pPr marL="2880360" indent="0">
              <a:buNone/>
              <a:defRPr sz="1680" b="1"/>
            </a:lvl7pPr>
            <a:lvl8pPr marL="3360420" indent="0">
              <a:buNone/>
              <a:defRPr sz="1680" b="1"/>
            </a:lvl8pPr>
            <a:lvl9pPr marL="3840480" indent="0">
              <a:buNone/>
              <a:defRPr sz="168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60608" y="4676140"/>
            <a:ext cx="4081761" cy="687789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ED988-50C2-4A5F-AF1D-17BB20BB0DA6}" type="datetimeFigureOut">
              <a:rPr kumimoji="1" lang="ja-JP" altLang="en-US" smtClean="0"/>
              <a:t>2025/5/29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AD6156-2C93-4115-AD61-B992D724F4F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166516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ED988-50C2-4A5F-AF1D-17BB20BB0DA6}" type="datetimeFigureOut">
              <a:rPr kumimoji="1" lang="ja-JP" altLang="en-US" smtClean="0"/>
              <a:t>2025/5/29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AD6156-2C93-4115-AD61-B992D724F4F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232588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ED988-50C2-4A5F-AF1D-17BB20BB0DA6}" type="datetimeFigureOut">
              <a:rPr kumimoji="1" lang="ja-JP" altLang="en-US" smtClean="0"/>
              <a:t>2025/5/29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AD6156-2C93-4115-AD61-B992D724F4F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387898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853440"/>
            <a:ext cx="3096637" cy="2987040"/>
          </a:xfrm>
        </p:spPr>
        <p:txBody>
          <a:bodyPr anchor="b"/>
          <a:lstStyle>
            <a:lvl1pPr>
              <a:defRPr sz="336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81760" y="1843196"/>
            <a:ext cx="4860608" cy="9097433"/>
          </a:xfrm>
        </p:spPr>
        <p:txBody>
          <a:bodyPr/>
          <a:lstStyle>
            <a:lvl1pPr>
              <a:defRPr sz="3360"/>
            </a:lvl1pPr>
            <a:lvl2pPr>
              <a:defRPr sz="2940"/>
            </a:lvl2pPr>
            <a:lvl3pPr>
              <a:defRPr sz="252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1333" y="3840480"/>
            <a:ext cx="3096637" cy="7114964"/>
          </a:xfrm>
        </p:spPr>
        <p:txBody>
          <a:bodyPr/>
          <a:lstStyle>
            <a:lvl1pPr marL="0" indent="0">
              <a:buNone/>
              <a:defRPr sz="1680"/>
            </a:lvl1pPr>
            <a:lvl2pPr marL="480060" indent="0">
              <a:buNone/>
              <a:defRPr sz="1470"/>
            </a:lvl2pPr>
            <a:lvl3pPr marL="960120" indent="0">
              <a:buNone/>
              <a:defRPr sz="1260"/>
            </a:lvl3pPr>
            <a:lvl4pPr marL="1440180" indent="0">
              <a:buNone/>
              <a:defRPr sz="1050"/>
            </a:lvl4pPr>
            <a:lvl5pPr marL="1920240" indent="0">
              <a:buNone/>
              <a:defRPr sz="1050"/>
            </a:lvl5pPr>
            <a:lvl6pPr marL="2400300" indent="0">
              <a:buNone/>
              <a:defRPr sz="1050"/>
            </a:lvl6pPr>
            <a:lvl7pPr marL="2880360" indent="0">
              <a:buNone/>
              <a:defRPr sz="1050"/>
            </a:lvl7pPr>
            <a:lvl8pPr marL="3360420" indent="0">
              <a:buNone/>
              <a:defRPr sz="1050"/>
            </a:lvl8pPr>
            <a:lvl9pPr marL="3840480" indent="0">
              <a:buNone/>
              <a:defRPr sz="105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ED988-50C2-4A5F-AF1D-17BB20BB0DA6}" type="datetimeFigureOut">
              <a:rPr kumimoji="1" lang="ja-JP" altLang="en-US" smtClean="0"/>
              <a:t>2025/5/29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AD6156-2C93-4115-AD61-B992D724F4F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4312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853440"/>
            <a:ext cx="3096637" cy="2987040"/>
          </a:xfrm>
        </p:spPr>
        <p:txBody>
          <a:bodyPr anchor="b"/>
          <a:lstStyle>
            <a:lvl1pPr>
              <a:defRPr sz="336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081760" y="1843196"/>
            <a:ext cx="4860608" cy="9097433"/>
          </a:xfrm>
        </p:spPr>
        <p:txBody>
          <a:bodyPr anchor="t"/>
          <a:lstStyle>
            <a:lvl1pPr marL="0" indent="0">
              <a:buNone/>
              <a:defRPr sz="3360"/>
            </a:lvl1pPr>
            <a:lvl2pPr marL="480060" indent="0">
              <a:buNone/>
              <a:defRPr sz="2940"/>
            </a:lvl2pPr>
            <a:lvl3pPr marL="960120" indent="0">
              <a:buNone/>
              <a:defRPr sz="2520"/>
            </a:lvl3pPr>
            <a:lvl4pPr marL="1440180" indent="0">
              <a:buNone/>
              <a:defRPr sz="2100"/>
            </a:lvl4pPr>
            <a:lvl5pPr marL="1920240" indent="0">
              <a:buNone/>
              <a:defRPr sz="2100"/>
            </a:lvl5pPr>
            <a:lvl6pPr marL="2400300" indent="0">
              <a:buNone/>
              <a:defRPr sz="2100"/>
            </a:lvl6pPr>
            <a:lvl7pPr marL="2880360" indent="0">
              <a:buNone/>
              <a:defRPr sz="2100"/>
            </a:lvl7pPr>
            <a:lvl8pPr marL="3360420" indent="0">
              <a:buNone/>
              <a:defRPr sz="2100"/>
            </a:lvl8pPr>
            <a:lvl9pPr marL="3840480" indent="0">
              <a:buNone/>
              <a:defRPr sz="21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1333" y="3840480"/>
            <a:ext cx="3096637" cy="7114964"/>
          </a:xfrm>
        </p:spPr>
        <p:txBody>
          <a:bodyPr/>
          <a:lstStyle>
            <a:lvl1pPr marL="0" indent="0">
              <a:buNone/>
              <a:defRPr sz="1680"/>
            </a:lvl1pPr>
            <a:lvl2pPr marL="480060" indent="0">
              <a:buNone/>
              <a:defRPr sz="1470"/>
            </a:lvl2pPr>
            <a:lvl3pPr marL="960120" indent="0">
              <a:buNone/>
              <a:defRPr sz="1260"/>
            </a:lvl3pPr>
            <a:lvl4pPr marL="1440180" indent="0">
              <a:buNone/>
              <a:defRPr sz="1050"/>
            </a:lvl4pPr>
            <a:lvl5pPr marL="1920240" indent="0">
              <a:buNone/>
              <a:defRPr sz="1050"/>
            </a:lvl5pPr>
            <a:lvl6pPr marL="2400300" indent="0">
              <a:buNone/>
              <a:defRPr sz="1050"/>
            </a:lvl6pPr>
            <a:lvl7pPr marL="2880360" indent="0">
              <a:buNone/>
              <a:defRPr sz="1050"/>
            </a:lvl7pPr>
            <a:lvl8pPr marL="3360420" indent="0">
              <a:buNone/>
              <a:defRPr sz="1050"/>
            </a:lvl8pPr>
            <a:lvl9pPr marL="3840480" indent="0">
              <a:buNone/>
              <a:defRPr sz="105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ED988-50C2-4A5F-AF1D-17BB20BB0DA6}" type="datetimeFigureOut">
              <a:rPr kumimoji="1" lang="ja-JP" altLang="en-US" smtClean="0"/>
              <a:t>2025/5/29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AD6156-2C93-4115-AD61-B992D724F4F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991066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ED988-50C2-4A5F-AF1D-17BB20BB0DA6}" type="datetimeFigureOut">
              <a:rPr kumimoji="1" lang="ja-JP" altLang="en-US" smtClean="0"/>
              <a:t>2025/5/29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AD6156-2C93-4115-AD61-B992D724F4F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963887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0859" y="681567"/>
            <a:ext cx="2070259" cy="10848764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60083" y="681567"/>
            <a:ext cx="6090761" cy="10848764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ED988-50C2-4A5F-AF1D-17BB20BB0DA6}" type="datetimeFigureOut">
              <a:rPr kumimoji="1" lang="ja-JP" altLang="en-US" smtClean="0"/>
              <a:t>2025/5/29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AD6156-2C93-4115-AD61-B992D724F4F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210011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0083" y="681570"/>
            <a:ext cx="8281035" cy="24743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0083" y="3407833"/>
            <a:ext cx="8281035" cy="81224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60083" y="11865189"/>
            <a:ext cx="2160270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EED988-50C2-4A5F-AF1D-17BB20BB0DA6}" type="datetimeFigureOut">
              <a:rPr kumimoji="1" lang="ja-JP" altLang="en-US" smtClean="0"/>
              <a:t>2025/5/29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80398" y="11865189"/>
            <a:ext cx="3240405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780848" y="11865189"/>
            <a:ext cx="2160270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AD6156-2C93-4115-AD61-B992D724F4F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152586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60120" rtl="0" eaLnBrk="1" latinLnBrk="0" hangingPunct="1">
        <a:lnSpc>
          <a:spcPct val="90000"/>
        </a:lnSpc>
        <a:spcBef>
          <a:spcPct val="0"/>
        </a:spcBef>
        <a:buNone/>
        <a:defRPr kumimoji="1" sz="46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0030" indent="-240030" algn="l" defTabSz="960120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kumimoji="1" sz="2940" kern="1200">
          <a:solidFill>
            <a:schemeClr val="tx1"/>
          </a:solidFill>
          <a:latin typeface="+mn-lt"/>
          <a:ea typeface="+mn-ea"/>
          <a:cs typeface="+mn-cs"/>
        </a:defRPr>
      </a:lvl1pPr>
      <a:lvl2pPr marL="72009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kumimoji="1"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20015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kumimoji="1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8021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kumimoji="1"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216027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kumimoji="1"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64033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kumimoji="1"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312039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kumimoji="1"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60045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kumimoji="1"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408051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kumimoji="1" sz="18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60120" rtl="0" eaLnBrk="1" latinLnBrk="0" hangingPunct="1">
        <a:defRPr kumimoji="1" sz="1890" kern="1200">
          <a:solidFill>
            <a:schemeClr val="tx1"/>
          </a:solidFill>
          <a:latin typeface="+mn-lt"/>
          <a:ea typeface="+mn-ea"/>
          <a:cs typeface="+mn-cs"/>
        </a:defRPr>
      </a:lvl1pPr>
      <a:lvl2pPr marL="480060" algn="l" defTabSz="960120" rtl="0" eaLnBrk="1" latinLnBrk="0" hangingPunct="1">
        <a:defRPr kumimoji="1"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960120" algn="l" defTabSz="960120" rtl="0" eaLnBrk="1" latinLnBrk="0" hangingPunct="1">
        <a:defRPr kumimoji="1" sz="1890" kern="1200">
          <a:solidFill>
            <a:schemeClr val="tx1"/>
          </a:solidFill>
          <a:latin typeface="+mn-lt"/>
          <a:ea typeface="+mn-ea"/>
          <a:cs typeface="+mn-cs"/>
        </a:defRPr>
      </a:lvl3pPr>
      <a:lvl4pPr marL="1440180" algn="l" defTabSz="960120" rtl="0" eaLnBrk="1" latinLnBrk="0" hangingPunct="1">
        <a:defRPr kumimoji="1"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1920240" algn="l" defTabSz="960120" rtl="0" eaLnBrk="1" latinLnBrk="0" hangingPunct="1">
        <a:defRPr kumimoji="1"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400300" algn="l" defTabSz="960120" rtl="0" eaLnBrk="1" latinLnBrk="0" hangingPunct="1">
        <a:defRPr kumimoji="1"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2880360" algn="l" defTabSz="960120" rtl="0" eaLnBrk="1" latinLnBrk="0" hangingPunct="1">
        <a:defRPr kumimoji="1"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360420" algn="l" defTabSz="960120" rtl="0" eaLnBrk="1" latinLnBrk="0" hangingPunct="1">
        <a:defRPr kumimoji="1"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3840480" algn="l" defTabSz="960120" rtl="0" eaLnBrk="1" latinLnBrk="0" hangingPunct="1">
        <a:defRPr kumimoji="1" sz="189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037826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テーマ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</TotalTime>
  <Words>0</Words>
  <Application>Microsoft Office PowerPoint</Application>
  <PresentationFormat>A3 297x420 mm</PresentationFormat>
  <Paragraphs>0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結大 栗﨑</dc:creator>
  <cp:lastModifiedBy>結大 栗﨑</cp:lastModifiedBy>
  <cp:revision>1</cp:revision>
  <dcterms:created xsi:type="dcterms:W3CDTF">2025-05-29T11:17:25Z</dcterms:created>
  <dcterms:modified xsi:type="dcterms:W3CDTF">2025-05-29T11:20:37Z</dcterms:modified>
</cp:coreProperties>
</file>