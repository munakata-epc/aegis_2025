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41D34-A2BE-9B3D-BEEC-429321A29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051C9F-8A85-5560-1B49-5582E6CAF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C0790A-767A-A981-4D68-22534657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07FF12-9230-E2B4-321A-A51CBC2A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F9204A-FE7B-FC2E-9C6A-5F482C52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19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9FA934-89E4-22A3-8654-E3D0E0AF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760D09-EF8C-1E1A-32EC-95054CD67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719F3E-21B8-079D-7214-7198B6638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90CB9A-3A69-F144-26C1-A90045A8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4B3AC3-D884-40A7-550C-B27EDACC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0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593F8-F6CF-3D46-6C75-5B5F14B1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7F897F-762C-4E29-3AA5-4C07407D2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842984-D6A8-A9BF-CA7A-49DF4F18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6A6571-43B9-0CAA-69F7-84E06DA8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AA61AC-FE77-8DC2-6314-6894F377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05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C4E686-C563-43CE-2B9E-703FA45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577337-8C75-4FBC-9383-B03B29715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C4F17C-4874-A271-A909-9674531C3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FCF8F0-017B-0F31-B4B0-6F0A9E42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FD7BB7-F38C-D1D9-5164-02D29B1B0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6D428C-9C7C-3996-EC7E-693D73C5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195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2C6F32-2494-50C0-77E9-A85F566B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D68118-5145-ACAE-D5A6-1236A23CD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7ACC63-F357-1A02-1B1B-E6F9FFFFA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6905DF-D0BC-6512-A41C-511A22F3D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26E320-662F-6657-7307-1560B0C43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13F6F2-0E5C-3117-EC4E-07DB17CF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918F451-B780-530E-B863-2953F026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D03E51-5F03-5266-3A84-FA21D32A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837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2B58DC-A61D-CEAC-6DBC-3EBFCDBC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F5B7D8-18BC-255A-70AF-40A7D8D8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108BBE6-D56E-1EAE-70CF-ADA158F0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7C222FC-0E8D-1338-BBC0-D456D752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94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F6D22D-7B77-30F6-C40F-592B0AC4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AC4DA3D-13FE-DC78-C3E4-E4425323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DC066D-AEFE-CA82-670E-48BF8987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D34AC6-5D8C-10B3-48A8-F57D9674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C3AF1E-49B7-0571-EF7D-91C76CBAF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505DFC-C631-9FD5-8805-26AEF91A8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E1B976-5CEE-8975-157E-C02E53EA6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A69382-76B7-7A24-8687-8EA164F3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B4349A-D6E6-34C7-8DD5-3476E6CC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66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6063DC-7FB4-E868-4866-4109E500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E48BF4-B419-9BA0-F2BF-ABF45983E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C1C3F0-733B-C311-A0E9-8CF27FF23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26BE61-4DA0-B6DB-2D0B-14501C1F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4470B0-217C-EC2F-6197-B5E361AA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31E843-AEBF-E9F8-1C14-BE04326D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78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249AF-A424-A213-3485-294C7EB3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4DC1D0-3351-49DB-C892-6DB18105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C934A5-4452-F87D-147F-F674A912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05CE14-1046-F3F2-71BA-8706EEBA3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58A59B-B413-8AF7-03FE-7442636C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56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6FEBF5-5D52-4688-963C-DA9BB8531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1D1399-3D7F-0556-5D6F-00B6ADD8C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6615CC-A55A-F49F-4F1B-C6F041CE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A9C914-0761-3DEE-EDEB-0D2EFA8A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09D31E-C9D0-DCAA-FC70-CF1CF593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05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74CA67-9ECD-93B0-ACE6-2DB325FB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2EC797-2441-9926-6C01-5FB916C1A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9E6609-99EE-627C-FAD9-6B236CA50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65014-B86F-438D-A5C8-7828CBC9871E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63FC8E-E974-8F9E-CC22-371D941D3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1ECE50-0663-84FF-90E6-7037F0195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BADE9-443F-43AF-8FC8-08B016C130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55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F0FC4E-5C0E-5690-756D-2079F41257E5}"/>
              </a:ext>
            </a:extLst>
          </p:cNvPr>
          <p:cNvSpPr txBox="1"/>
          <p:nvPr/>
        </p:nvSpPr>
        <p:spPr>
          <a:xfrm>
            <a:off x="1209964" y="1727200"/>
            <a:ext cx="1865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Attacker</a:t>
            </a:r>
            <a:endParaRPr kumimoji="1" lang="ja-JP" altLang="en-US" sz="3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A832C5-88BE-3970-6A0D-89BD4506B3BB}"/>
              </a:ext>
            </a:extLst>
          </p:cNvPr>
          <p:cNvSpPr txBox="1"/>
          <p:nvPr/>
        </p:nvSpPr>
        <p:spPr>
          <a:xfrm>
            <a:off x="8345054" y="1727199"/>
            <a:ext cx="2378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Goalkeeper</a:t>
            </a:r>
            <a:endParaRPr kumimoji="1" lang="ja-JP" altLang="en-US" sz="3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3B120C-8849-2BBA-74EF-4E6AE61DBE76}"/>
              </a:ext>
            </a:extLst>
          </p:cNvPr>
          <p:cNvSpPr/>
          <p:nvPr/>
        </p:nvSpPr>
        <p:spPr>
          <a:xfrm>
            <a:off x="877455" y="2743200"/>
            <a:ext cx="2530764" cy="300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5CE9F69-C2B5-EE42-920E-0E66E1851E4E}"/>
              </a:ext>
            </a:extLst>
          </p:cNvPr>
          <p:cNvSpPr/>
          <p:nvPr/>
        </p:nvSpPr>
        <p:spPr>
          <a:xfrm>
            <a:off x="8317367" y="2747819"/>
            <a:ext cx="2530764" cy="300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BB812B-0C6C-5F29-66C6-322658C7289F}"/>
              </a:ext>
            </a:extLst>
          </p:cNvPr>
          <p:cNvSpPr txBox="1"/>
          <p:nvPr/>
        </p:nvSpPr>
        <p:spPr>
          <a:xfrm>
            <a:off x="4106724" y="2656321"/>
            <a:ext cx="351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Same program</a:t>
            </a:r>
            <a:endParaRPr kumimoji="1" lang="ja-JP" altLang="en-US" sz="3200" b="1" dirty="0"/>
          </a:p>
        </p:txBody>
      </p:sp>
      <p:sp>
        <p:nvSpPr>
          <p:cNvPr id="11" name="矢印: 下カーブ 10">
            <a:extLst>
              <a:ext uri="{FF2B5EF4-FFF2-40B4-BE49-F238E27FC236}">
                <a16:creationId xmlns:a16="http://schemas.microsoft.com/office/drawing/2014/main" id="{3880F93F-01A7-87D0-7E58-6BFAEEACD757}"/>
              </a:ext>
            </a:extLst>
          </p:cNvPr>
          <p:cNvSpPr/>
          <p:nvPr/>
        </p:nvSpPr>
        <p:spPr>
          <a:xfrm rot="20836713">
            <a:off x="5862600" y="322237"/>
            <a:ext cx="3810927" cy="1739255"/>
          </a:xfrm>
          <a:prstGeom prst="curvedDown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矢印: 下カーブ 11">
            <a:extLst>
              <a:ext uri="{FF2B5EF4-FFF2-40B4-BE49-F238E27FC236}">
                <a16:creationId xmlns:a16="http://schemas.microsoft.com/office/drawing/2014/main" id="{A2C7C48E-C790-C97B-0C29-5AEB1E55A8BB}"/>
              </a:ext>
            </a:extLst>
          </p:cNvPr>
          <p:cNvSpPr/>
          <p:nvPr/>
        </p:nvSpPr>
        <p:spPr>
          <a:xfrm rot="1055092" flipH="1">
            <a:off x="2054957" y="174461"/>
            <a:ext cx="3583980" cy="1739255"/>
          </a:xfrm>
          <a:prstGeom prst="curvedDown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13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FE3564-A644-606A-70F5-F5F34A840E24}"/>
              </a:ext>
            </a:extLst>
          </p:cNvPr>
          <p:cNvSpPr txBox="1"/>
          <p:nvPr/>
        </p:nvSpPr>
        <p:spPr>
          <a:xfrm>
            <a:off x="1487056" y="1413163"/>
            <a:ext cx="1865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Attacker</a:t>
            </a:r>
            <a:endParaRPr kumimoji="1" lang="ja-JP" altLang="en-US" sz="3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1494EB-ECB2-88CD-BC2C-5595554DEE43}"/>
              </a:ext>
            </a:extLst>
          </p:cNvPr>
          <p:cNvSpPr txBox="1"/>
          <p:nvPr/>
        </p:nvSpPr>
        <p:spPr>
          <a:xfrm>
            <a:off x="8326581" y="1487053"/>
            <a:ext cx="2378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Goalkeeper</a:t>
            </a:r>
            <a:endParaRPr kumimoji="1" lang="ja-JP" altLang="en-US" sz="3200" dirty="0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FEA17148-A9F0-938F-F8C6-8F11524E5826}"/>
              </a:ext>
            </a:extLst>
          </p:cNvPr>
          <p:cNvSpPr/>
          <p:nvPr/>
        </p:nvSpPr>
        <p:spPr>
          <a:xfrm>
            <a:off x="4461162" y="2890978"/>
            <a:ext cx="2604655" cy="406402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9C8F2CF3-8275-DF63-E964-2D7BD089AD10}"/>
              </a:ext>
            </a:extLst>
          </p:cNvPr>
          <p:cNvSpPr/>
          <p:nvPr/>
        </p:nvSpPr>
        <p:spPr>
          <a:xfrm rot="10800000">
            <a:off x="4461162" y="4077851"/>
            <a:ext cx="2604655" cy="406402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770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037238-5E69-E200-482D-CD154FE9B0F6}"/>
              </a:ext>
            </a:extLst>
          </p:cNvPr>
          <p:cNvSpPr txBox="1"/>
          <p:nvPr/>
        </p:nvSpPr>
        <p:spPr>
          <a:xfrm>
            <a:off x="258618" y="144898"/>
            <a:ext cx="1865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Attacker</a:t>
            </a:r>
            <a:endParaRPr kumimoji="1" lang="ja-JP" altLang="en-US" sz="32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26F3F86-6692-E61D-56FE-249C7048EB06}"/>
              </a:ext>
            </a:extLst>
          </p:cNvPr>
          <p:cNvGrpSpPr/>
          <p:nvPr/>
        </p:nvGrpSpPr>
        <p:grpSpPr>
          <a:xfrm>
            <a:off x="2410690" y="489528"/>
            <a:ext cx="7693891" cy="5754254"/>
            <a:chOff x="2410690" y="489528"/>
            <a:chExt cx="7693891" cy="5754254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523CFA1-B4AE-74FB-FCDE-E4F914898A35}"/>
                </a:ext>
              </a:extLst>
            </p:cNvPr>
            <p:cNvSpPr/>
            <p:nvPr/>
          </p:nvSpPr>
          <p:spPr>
            <a:xfrm>
              <a:off x="2410690" y="729673"/>
              <a:ext cx="7693891" cy="551410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82661ED-3EEA-A05E-F5F3-0AF891EC211A}"/>
                </a:ext>
              </a:extLst>
            </p:cNvPr>
            <p:cNvSpPr/>
            <p:nvPr/>
          </p:nvSpPr>
          <p:spPr>
            <a:xfrm>
              <a:off x="4793673" y="489528"/>
              <a:ext cx="2549236" cy="4802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39CCB14-AD58-CF10-9C3A-97B0F35CA0F0}"/>
                </a:ext>
              </a:extLst>
            </p:cNvPr>
            <p:cNvSpPr/>
            <p:nvPr/>
          </p:nvSpPr>
          <p:spPr>
            <a:xfrm>
              <a:off x="2766290" y="1191490"/>
              <a:ext cx="193964" cy="5052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6850266-B6CC-398E-0D25-7F5BEE3BC992}"/>
                </a:ext>
              </a:extLst>
            </p:cNvPr>
            <p:cNvSpPr/>
            <p:nvPr/>
          </p:nvSpPr>
          <p:spPr>
            <a:xfrm>
              <a:off x="9448812" y="1186872"/>
              <a:ext cx="193964" cy="5052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34531E69-1E70-4A87-BDEF-1692564049E4}"/>
                </a:ext>
              </a:extLst>
            </p:cNvPr>
            <p:cNvSpPr/>
            <p:nvPr/>
          </p:nvSpPr>
          <p:spPr>
            <a:xfrm rot="5400000">
              <a:off x="6077527" y="-2124366"/>
              <a:ext cx="170874" cy="6793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EDBD193-3A34-E5A6-70E5-AACEC1D3BC94}"/>
                </a:ext>
              </a:extLst>
            </p:cNvPr>
            <p:cNvSpPr/>
            <p:nvPr/>
          </p:nvSpPr>
          <p:spPr>
            <a:xfrm rot="5400000">
              <a:off x="6020085" y="1110060"/>
              <a:ext cx="170877" cy="19240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アーチ 10">
              <a:extLst>
                <a:ext uri="{FF2B5EF4-FFF2-40B4-BE49-F238E27FC236}">
                  <a16:creationId xmlns:a16="http://schemas.microsoft.com/office/drawing/2014/main" id="{E709D55D-E6C8-22C3-4830-3F33E44650CA}"/>
                </a:ext>
              </a:extLst>
            </p:cNvPr>
            <p:cNvSpPr/>
            <p:nvPr/>
          </p:nvSpPr>
          <p:spPr>
            <a:xfrm rot="11467915">
              <a:off x="4711930" y="1337580"/>
              <a:ext cx="879303" cy="818851"/>
            </a:xfrm>
            <a:prstGeom prst="blockArc">
              <a:avLst>
                <a:gd name="adj1" fmla="val 15212655"/>
                <a:gd name="adj2" fmla="val 20614457"/>
                <a:gd name="adj3" fmla="val 208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7358325-7245-7AD2-00C9-1EDAC584EB1B}"/>
                </a:ext>
              </a:extLst>
            </p:cNvPr>
            <p:cNvSpPr/>
            <p:nvPr/>
          </p:nvSpPr>
          <p:spPr>
            <a:xfrm rot="10800000">
              <a:off x="7207312" y="1186866"/>
              <a:ext cx="167339" cy="616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08F48FF3-2D27-F258-BC2C-1D2B58CAFF2D}"/>
                </a:ext>
              </a:extLst>
            </p:cNvPr>
            <p:cNvSpPr/>
            <p:nvPr/>
          </p:nvSpPr>
          <p:spPr>
            <a:xfrm rot="10800000">
              <a:off x="4718982" y="1186869"/>
              <a:ext cx="167341" cy="616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アーチ 16">
              <a:extLst>
                <a:ext uri="{FF2B5EF4-FFF2-40B4-BE49-F238E27FC236}">
                  <a16:creationId xmlns:a16="http://schemas.microsoft.com/office/drawing/2014/main" id="{1383761A-F93E-B9C9-3377-8E1747FAF7DF}"/>
                </a:ext>
              </a:extLst>
            </p:cNvPr>
            <p:cNvSpPr/>
            <p:nvPr/>
          </p:nvSpPr>
          <p:spPr>
            <a:xfrm rot="5629212">
              <a:off x="6528150" y="1319649"/>
              <a:ext cx="879303" cy="818851"/>
            </a:xfrm>
            <a:prstGeom prst="blockArc">
              <a:avLst>
                <a:gd name="adj1" fmla="val 15212655"/>
                <a:gd name="adj2" fmla="val 20614457"/>
                <a:gd name="adj3" fmla="val 208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24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F5AA72-EB6A-5929-C7BE-0F0E1BF1E6E5}"/>
              </a:ext>
            </a:extLst>
          </p:cNvPr>
          <p:cNvSpPr txBox="1"/>
          <p:nvPr/>
        </p:nvSpPr>
        <p:spPr>
          <a:xfrm>
            <a:off x="312881" y="267853"/>
            <a:ext cx="2378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Goalkeeper</a:t>
            </a:r>
            <a:endParaRPr kumimoji="1" lang="ja-JP" altLang="en-US" sz="32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B4BB9A-00CE-0C39-C780-98B67CD6A4AF}"/>
              </a:ext>
            </a:extLst>
          </p:cNvPr>
          <p:cNvSpPr/>
          <p:nvPr/>
        </p:nvSpPr>
        <p:spPr>
          <a:xfrm>
            <a:off x="1451429" y="1886857"/>
            <a:ext cx="7997371" cy="4209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goalkeeper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6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</Words>
  <Application>Microsoft Office PowerPoint</Application>
  <PresentationFormat>ワイド画面</PresentationFormat>
  <Paragraphs>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こうき すえひろ</dc:creator>
  <cp:lastModifiedBy>こうき すえひろ</cp:lastModifiedBy>
  <cp:revision>3</cp:revision>
  <dcterms:created xsi:type="dcterms:W3CDTF">2025-07-13T18:31:35Z</dcterms:created>
  <dcterms:modified xsi:type="dcterms:W3CDTF">2025-07-14T12:13:39Z</dcterms:modified>
</cp:coreProperties>
</file>