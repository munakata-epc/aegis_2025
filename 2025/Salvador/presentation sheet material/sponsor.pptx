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801600" cy="96012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86" d="100"/>
          <a:sy n="86" d="100"/>
        </p:scale>
        <p:origin x="1272" y="-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B81E5-F6A8-4CCB-8CD7-E64EA7930B65}" type="datetimeFigureOut">
              <a:rPr kumimoji="1" lang="ja-JP" altLang="en-US" smtClean="0"/>
              <a:t>2025/5/31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0807C-30F1-4192-8741-396EAF2FE7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9748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B81E5-F6A8-4CCB-8CD7-E64EA7930B65}" type="datetimeFigureOut">
              <a:rPr kumimoji="1" lang="ja-JP" altLang="en-US" smtClean="0"/>
              <a:t>2025/5/31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0807C-30F1-4192-8741-396EAF2FE7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5690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82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B81E5-F6A8-4CCB-8CD7-E64EA7930B65}" type="datetimeFigureOut">
              <a:rPr kumimoji="1" lang="ja-JP" altLang="en-US" smtClean="0"/>
              <a:t>2025/5/31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0807C-30F1-4192-8741-396EAF2FE7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6809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B81E5-F6A8-4CCB-8CD7-E64EA7930B65}" type="datetimeFigureOut">
              <a:rPr kumimoji="1" lang="ja-JP" altLang="en-US" smtClean="0"/>
              <a:t>2025/5/31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0807C-30F1-4192-8741-396EAF2FE7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2016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B81E5-F6A8-4CCB-8CD7-E64EA7930B65}" type="datetimeFigureOut">
              <a:rPr kumimoji="1" lang="ja-JP" altLang="en-US" smtClean="0"/>
              <a:t>2025/5/31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0807C-30F1-4192-8741-396EAF2FE7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4014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B81E5-F6A8-4CCB-8CD7-E64EA7930B65}" type="datetimeFigureOut">
              <a:rPr kumimoji="1" lang="ja-JP" altLang="en-US" smtClean="0"/>
              <a:t>2025/5/31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0807C-30F1-4192-8741-396EAF2FE7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4136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B81E5-F6A8-4CCB-8CD7-E64EA7930B65}" type="datetimeFigureOut">
              <a:rPr kumimoji="1" lang="ja-JP" altLang="en-US" smtClean="0"/>
              <a:t>2025/5/31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0807C-30F1-4192-8741-396EAF2FE7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1810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B81E5-F6A8-4CCB-8CD7-E64EA7930B65}" type="datetimeFigureOut">
              <a:rPr kumimoji="1" lang="ja-JP" altLang="en-US" smtClean="0"/>
              <a:t>2025/5/31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0807C-30F1-4192-8741-396EAF2FE7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4074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B81E5-F6A8-4CCB-8CD7-E64EA7930B65}" type="datetimeFigureOut">
              <a:rPr kumimoji="1" lang="ja-JP" altLang="en-US" smtClean="0"/>
              <a:t>2025/5/31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0807C-30F1-4192-8741-396EAF2FE7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068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B81E5-F6A8-4CCB-8CD7-E64EA7930B65}" type="datetimeFigureOut">
              <a:rPr kumimoji="1" lang="ja-JP" altLang="en-US" smtClean="0"/>
              <a:t>2025/5/31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0807C-30F1-4192-8741-396EAF2FE7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6104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B81E5-F6A8-4CCB-8CD7-E64EA7930B65}" type="datetimeFigureOut">
              <a:rPr kumimoji="1" lang="ja-JP" altLang="en-US" smtClean="0"/>
              <a:t>2025/5/31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0807C-30F1-4192-8741-396EAF2FE7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94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5B81E5-F6A8-4CCB-8CD7-E64EA7930B65}" type="datetimeFigureOut">
              <a:rPr kumimoji="1" lang="ja-JP" altLang="en-US" smtClean="0"/>
              <a:t>2025/5/31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F0807C-30F1-4192-8741-396EAF2FE7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1485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kumimoji="1"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kumimoji="1"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kumimoji="1"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857BE280-CA1F-ECC1-3E73-D88DC223A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2494458"/>
            <a:ext cx="5198741" cy="1524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CDFA10F1-1293-9ED3-594E-255FF8F1F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8322" y="2680957"/>
            <a:ext cx="2766250" cy="1890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OIP.fqX9CVUqJgZATrEDRZgoQQHaFz (203×159)">
            <a:extLst>
              <a:ext uri="{FF2B5EF4-FFF2-40B4-BE49-F238E27FC236}">
                <a16:creationId xmlns:a16="http://schemas.microsoft.com/office/drawing/2014/main" id="{5F7A3DF0-FC04-9214-D825-4CF628B816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371" y="4541692"/>
            <a:ext cx="2766250" cy="2166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8B57FD35-CB95-0F6F-7BD4-B599A191B8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9514" y="6567446"/>
            <a:ext cx="3309964" cy="3309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4">
            <a:extLst>
              <a:ext uri="{FF2B5EF4-FFF2-40B4-BE49-F238E27FC236}">
                <a16:creationId xmlns:a16="http://schemas.microsoft.com/office/drawing/2014/main" id="{4C3E14AF-1845-6120-2BA6-98E982DB3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0093" y="4377892"/>
            <a:ext cx="5405291" cy="1043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EC1A708-0E0D-3CCD-49D0-15A9F21742E8}"/>
              </a:ext>
            </a:extLst>
          </p:cNvPr>
          <p:cNvSpPr txBox="1"/>
          <p:nvPr/>
        </p:nvSpPr>
        <p:spPr>
          <a:xfrm>
            <a:off x="200722" y="167269"/>
            <a:ext cx="1260087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8800" b="1" dirty="0"/>
              <a:t>スポンサー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7C1BA6A-73FA-D452-9E55-9AD4080C5830}"/>
              </a:ext>
            </a:extLst>
          </p:cNvPr>
          <p:cNvSpPr txBox="1"/>
          <p:nvPr/>
        </p:nvSpPr>
        <p:spPr>
          <a:xfrm>
            <a:off x="1443132" y="1626907"/>
            <a:ext cx="417146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6600" b="1" dirty="0"/>
              <a:t>資金支援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D5FD8C8-BA1C-863F-547C-679102CB4EA4}"/>
              </a:ext>
            </a:extLst>
          </p:cNvPr>
          <p:cNvSpPr txBox="1"/>
          <p:nvPr/>
        </p:nvSpPr>
        <p:spPr>
          <a:xfrm>
            <a:off x="7335979" y="1613819"/>
            <a:ext cx="417146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6600" b="1" dirty="0"/>
              <a:t>技術支援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1E5CE88-F698-91FB-FBB0-55F17841B11C}"/>
              </a:ext>
            </a:extLst>
          </p:cNvPr>
          <p:cNvSpPr txBox="1"/>
          <p:nvPr/>
        </p:nvSpPr>
        <p:spPr>
          <a:xfrm>
            <a:off x="6008984" y="6319747"/>
            <a:ext cx="740593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800" b="1" dirty="0"/>
              <a:t>企業募集</a:t>
            </a:r>
            <a:endParaRPr kumimoji="1" lang="en-US" altLang="ja-JP" sz="8800" b="1" dirty="0"/>
          </a:p>
          <a:p>
            <a:r>
              <a:rPr kumimoji="1" lang="ja-JP" altLang="en-US" sz="8800" b="1" dirty="0"/>
              <a:t>してます！！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6D665C86-55CB-AEFA-0601-5BF9ACBDFFA3}"/>
              </a:ext>
            </a:extLst>
          </p:cNvPr>
          <p:cNvSpPr txBox="1"/>
          <p:nvPr/>
        </p:nvSpPr>
        <p:spPr>
          <a:xfrm>
            <a:off x="6250847" y="9233876"/>
            <a:ext cx="69222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游ゴシック 本文"/>
                <a:ea typeface="HGPｺﾞｼｯｸM" panose="020B0600000000000000" pitchFamily="50" charset="-128"/>
                <a:cs typeface="Calibri" panose="020F0502020204030204" pitchFamily="34" charset="0"/>
              </a:rPr>
              <a:t>福岡県立宗像高等学校電気物理部</a:t>
            </a:r>
            <a:r>
              <a:rPr lang="ja-JP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游ゴシック 本文"/>
                <a:ea typeface="HGPｺﾞｼｯｸM" panose="020B0600000000000000" pitchFamily="50" charset="-128"/>
                <a:cs typeface="Calibri" panose="020F0502020204030204" pitchFamily="34" charset="0"/>
              </a:rPr>
              <a:t>　　　　</a:t>
            </a:r>
            <a:r>
              <a:rPr lang="en-US" altLang="zh-TW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游ゴシック 本文"/>
                <a:ea typeface="HGPｺﾞｼｯｸM" panose="020B0600000000000000" pitchFamily="50" charset="-128"/>
                <a:cs typeface="Calibri" panose="020F0502020204030204" pitchFamily="34" charset="0"/>
              </a:rPr>
              <a:t>TEL:0940-36-2019</a:t>
            </a:r>
            <a:endParaRPr kumimoji="1" lang="ja-JP" alt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游ゴシック 本文"/>
              <a:ea typeface="HGPｺﾞｼｯｸM" panose="020B0600000000000000" pitchFamily="50" charset="-128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7153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</TotalTime>
  <Words>19</Words>
  <Application>Microsoft Office PowerPoint</Application>
  <PresentationFormat>A3 297x420 mm</PresentationFormat>
  <Paragraphs>6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 本文</vt:lpstr>
      <vt:lpstr>Aptos</vt:lpstr>
      <vt:lpstr>Aptos Display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結大 栗﨑</dc:creator>
  <cp:lastModifiedBy>結大 栗﨑</cp:lastModifiedBy>
  <cp:revision>2</cp:revision>
  <dcterms:created xsi:type="dcterms:W3CDTF">2025-05-30T22:35:29Z</dcterms:created>
  <dcterms:modified xsi:type="dcterms:W3CDTF">2025-05-30T22:45:42Z</dcterms:modified>
</cp:coreProperties>
</file>