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
  </p:notesMasterIdLst>
  <p:sldIdLst>
    <p:sldId id="256" r:id="rId2"/>
    <p:sldId id="257" r:id="rId3"/>
  </p:sldIdLst>
  <p:sldSz cx="15119350"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1325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0F4D9B-4D32-4D7F-B06B-54F3F06CE644}" v="25" dt="2024-11-08T08:15:47.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668"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結大 栗﨑" userId="76a79f737c927430" providerId="LiveId" clId="{1E0F4D9B-4D32-4D7F-B06B-54F3F06CE644}"/>
    <pc:docChg chg="modSld">
      <pc:chgData name="結大 栗﨑" userId="76a79f737c927430" providerId="LiveId" clId="{1E0F4D9B-4D32-4D7F-B06B-54F3F06CE644}" dt="2024-11-08T08:15:47.595" v="47" actId="1076"/>
      <pc:docMkLst>
        <pc:docMk/>
      </pc:docMkLst>
      <pc:sldChg chg="modSp mod">
        <pc:chgData name="結大 栗﨑" userId="76a79f737c927430" providerId="LiveId" clId="{1E0F4D9B-4D32-4D7F-B06B-54F3F06CE644}" dt="2024-11-08T08:15:47.595" v="47" actId="1076"/>
        <pc:sldMkLst>
          <pc:docMk/>
          <pc:sldMk cId="0" sldId="256"/>
        </pc:sldMkLst>
        <pc:spChg chg="mod">
          <ac:chgData name="結大 栗﨑" userId="76a79f737c927430" providerId="LiveId" clId="{1E0F4D9B-4D32-4D7F-B06B-54F3F06CE644}" dt="2024-11-08T08:14:18.518" v="28" actId="1076"/>
          <ac:spMkLst>
            <pc:docMk/>
            <pc:sldMk cId="0" sldId="256"/>
            <ac:spMk id="300" creationId="{4CEBA2B1-A22C-C82A-2719-A865E2D53148}"/>
          </ac:spMkLst>
        </pc:spChg>
        <pc:spChg chg="mod">
          <ac:chgData name="結大 栗﨑" userId="76a79f737c927430" providerId="LiveId" clId="{1E0F4D9B-4D32-4D7F-B06B-54F3F06CE644}" dt="2024-11-08T08:13:35.441" v="22" actId="14100"/>
          <ac:spMkLst>
            <pc:docMk/>
            <pc:sldMk cId="0" sldId="256"/>
            <ac:spMk id="1038" creationId="{3A9644AF-04B1-E2B5-D615-BF2D801A7801}"/>
          </ac:spMkLst>
        </pc:spChg>
        <pc:spChg chg="mod">
          <ac:chgData name="結大 栗﨑" userId="76a79f737c927430" providerId="LiveId" clId="{1E0F4D9B-4D32-4D7F-B06B-54F3F06CE644}" dt="2024-11-08T08:14:28.648" v="29" actId="1076"/>
          <ac:spMkLst>
            <pc:docMk/>
            <pc:sldMk cId="0" sldId="256"/>
            <ac:spMk id="1078" creationId="{3A1ECCDF-E92E-9288-496C-6D0AA53C891E}"/>
          </ac:spMkLst>
        </pc:spChg>
        <pc:spChg chg="mod">
          <ac:chgData name="結大 栗﨑" userId="76a79f737c927430" providerId="LiveId" clId="{1E0F4D9B-4D32-4D7F-B06B-54F3F06CE644}" dt="2024-11-08T08:04:49.266" v="21" actId="20577"/>
          <ac:spMkLst>
            <pc:docMk/>
            <pc:sldMk cId="0" sldId="256"/>
            <ac:spMk id="1132" creationId="{D12D89FA-7E9A-5914-E5E4-3974872830CD}"/>
          </ac:spMkLst>
        </pc:spChg>
        <pc:picChg chg="mod">
          <ac:chgData name="結大 栗﨑" userId="76a79f737c927430" providerId="LiveId" clId="{1E0F4D9B-4D32-4D7F-B06B-54F3F06CE644}" dt="2024-11-08T08:14:53.906" v="33" actId="1076"/>
          <ac:picMkLst>
            <pc:docMk/>
            <pc:sldMk cId="0" sldId="256"/>
            <ac:picMk id="298" creationId="{E5171A59-5AE9-F94F-ABEE-499505230999}"/>
          </ac:picMkLst>
        </pc:picChg>
        <pc:picChg chg="mod">
          <ac:chgData name="結大 栗﨑" userId="76a79f737c927430" providerId="LiveId" clId="{1E0F4D9B-4D32-4D7F-B06B-54F3F06CE644}" dt="2024-11-08T08:14:51.903" v="32" actId="1076"/>
          <ac:picMkLst>
            <pc:docMk/>
            <pc:sldMk cId="0" sldId="256"/>
            <ac:picMk id="299" creationId="{A7E0B485-2D36-6F58-D54E-D941190D4957}"/>
          </ac:picMkLst>
        </pc:picChg>
        <pc:picChg chg="mod">
          <ac:chgData name="結大 栗﨑" userId="76a79f737c927430" providerId="LiveId" clId="{1E0F4D9B-4D32-4D7F-B06B-54F3F06CE644}" dt="2024-11-08T08:15:47.595" v="47" actId="1076"/>
          <ac:picMkLst>
            <pc:docMk/>
            <pc:sldMk cId="0" sldId="256"/>
            <ac:picMk id="1126" creationId="{6A7F128D-681D-24E9-1575-057E2F0C90F1}"/>
          </ac:picMkLst>
        </pc:picChg>
        <pc:picChg chg="mod">
          <ac:chgData name="結大 栗﨑" userId="76a79f737c927430" providerId="LiveId" clId="{1E0F4D9B-4D32-4D7F-B06B-54F3F06CE644}" dt="2024-11-08T08:15:35.196" v="43" actId="14100"/>
          <ac:picMkLst>
            <pc:docMk/>
            <pc:sldMk cId="0" sldId="256"/>
            <ac:picMk id="1137" creationId="{92B7FC2B-EE59-A09E-23EA-7136F6ED640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10839" y="685800"/>
            <a:ext cx="3636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c0ec481082_2_0:notes"/>
          <p:cNvSpPr>
            <a:spLocks noGrp="1" noRot="1" noChangeAspect="1"/>
          </p:cNvSpPr>
          <p:nvPr>
            <p:ph type="sldImg" idx="2"/>
          </p:nvPr>
        </p:nvSpPr>
        <p:spPr>
          <a:xfrm>
            <a:off x="1006475" y="685800"/>
            <a:ext cx="4846638"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2c0ec481082_2_0:notes"/>
          <p:cNvSpPr txBox="1">
            <a:spLocks noGrp="1"/>
          </p:cNvSpPr>
          <p:nvPr>
            <p:ph type="body" idx="1"/>
          </p:nvPr>
        </p:nvSpPr>
        <p:spPr>
          <a:xfrm>
            <a:off x="685802" y="4343407"/>
            <a:ext cx="5486410" cy="4114805"/>
          </a:xfrm>
          <a:prstGeom prst="rect">
            <a:avLst/>
          </a:prstGeom>
          <a:noFill/>
          <a:ln>
            <a:noFill/>
          </a:ln>
        </p:spPr>
        <p:txBody>
          <a:bodyPr spcFirstLastPara="1" wrap="square" lIns="94850" tIns="94850" rIns="94850" bIns="948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874FC0-3205-6A38-03D5-A19E4498C665}"/>
            </a:ext>
          </a:extLst>
        </p:cNvPr>
        <p:cNvGrpSpPr/>
        <p:nvPr/>
      </p:nvGrpSpPr>
      <p:grpSpPr>
        <a:xfrm>
          <a:off x="0" y="0"/>
          <a:ext cx="0" cy="0"/>
          <a:chOff x="0" y="0"/>
          <a:chExt cx="0" cy="0"/>
        </a:xfrm>
      </p:grpSpPr>
      <p:sp>
        <p:nvSpPr>
          <p:cNvPr id="81" name="Google Shape;81;g2c0ec481082_2_0:notes">
            <a:extLst>
              <a:ext uri="{FF2B5EF4-FFF2-40B4-BE49-F238E27FC236}">
                <a16:creationId xmlns:a16="http://schemas.microsoft.com/office/drawing/2014/main" id="{90AE6B8B-9D92-8C48-178C-DF783158FA1B}"/>
              </a:ext>
            </a:extLst>
          </p:cNvPr>
          <p:cNvSpPr>
            <a:spLocks noGrp="1" noRot="1" noChangeAspect="1"/>
          </p:cNvSpPr>
          <p:nvPr>
            <p:ph type="sldImg" idx="2"/>
          </p:nvPr>
        </p:nvSpPr>
        <p:spPr>
          <a:xfrm>
            <a:off x="1006475" y="685800"/>
            <a:ext cx="4846638"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2c0ec481082_2_0:notes">
            <a:extLst>
              <a:ext uri="{FF2B5EF4-FFF2-40B4-BE49-F238E27FC236}">
                <a16:creationId xmlns:a16="http://schemas.microsoft.com/office/drawing/2014/main" id="{A6BF9419-E8F5-585E-B890-BA15186E87A5}"/>
              </a:ext>
            </a:extLst>
          </p:cNvPr>
          <p:cNvSpPr txBox="1">
            <a:spLocks noGrp="1"/>
          </p:cNvSpPr>
          <p:nvPr>
            <p:ph type="body" idx="1"/>
          </p:nvPr>
        </p:nvSpPr>
        <p:spPr>
          <a:xfrm>
            <a:off x="685802" y="4343407"/>
            <a:ext cx="5486410" cy="4114805"/>
          </a:xfrm>
          <a:prstGeom prst="rect">
            <a:avLst/>
          </a:prstGeom>
          <a:noFill/>
          <a:ln>
            <a:noFill/>
          </a:ln>
        </p:spPr>
        <p:txBody>
          <a:bodyPr spcFirstLastPara="1" wrap="square" lIns="94850" tIns="94850" rIns="94850" bIns="94850"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063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890000" y="1749826"/>
            <a:ext cx="11340000" cy="3722400"/>
          </a:xfrm>
          <a:prstGeom prst="rect">
            <a:avLst/>
          </a:prstGeom>
          <a:noFill/>
          <a:ln>
            <a:noFill/>
          </a:ln>
        </p:spPr>
        <p:txBody>
          <a:bodyPr spcFirstLastPara="1" wrap="square" lIns="123100" tIns="61525" rIns="123100" bIns="61525" anchor="b" anchorCtr="0">
            <a:normAutofit/>
          </a:bodyPr>
          <a:lstStyle>
            <a:lvl1pPr lvl="0" algn="ctr">
              <a:lnSpc>
                <a:spcPct val="90000"/>
              </a:lnSpc>
              <a:spcBef>
                <a:spcPts val="0"/>
              </a:spcBef>
              <a:spcAft>
                <a:spcPts val="0"/>
              </a:spcAft>
              <a:buClr>
                <a:schemeClr val="dk1"/>
              </a:buClr>
              <a:buSzPts val="8100"/>
              <a:buFont typeface="Arial"/>
              <a:buNone/>
              <a:defRPr sz="81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3" name="Google Shape;13;p2"/>
          <p:cNvSpPr txBox="1">
            <a:spLocks noGrp="1"/>
          </p:cNvSpPr>
          <p:nvPr>
            <p:ph type="subTitle" idx="1"/>
          </p:nvPr>
        </p:nvSpPr>
        <p:spPr>
          <a:xfrm>
            <a:off x="1890000" y="5615776"/>
            <a:ext cx="11340000" cy="2581500"/>
          </a:xfrm>
          <a:prstGeom prst="rect">
            <a:avLst/>
          </a:prstGeom>
          <a:noFill/>
          <a:ln>
            <a:noFill/>
          </a:ln>
        </p:spPr>
        <p:txBody>
          <a:bodyPr spcFirstLastPara="1" wrap="square" lIns="123100" tIns="61525" rIns="123100" bIns="61525" anchor="t" anchorCtr="0">
            <a:normAutofit/>
          </a:bodyPr>
          <a:lstStyle>
            <a:lvl1pPr lvl="0" algn="ctr">
              <a:lnSpc>
                <a:spcPct val="90000"/>
              </a:lnSpc>
              <a:spcBef>
                <a:spcPts val="1300"/>
              </a:spcBef>
              <a:spcAft>
                <a:spcPts val="0"/>
              </a:spcAft>
              <a:buClr>
                <a:schemeClr val="dk1"/>
              </a:buClr>
              <a:buSzPts val="3200"/>
              <a:buNone/>
              <a:defRPr sz="3200"/>
            </a:lvl1pPr>
            <a:lvl2pPr lvl="1" algn="ctr">
              <a:lnSpc>
                <a:spcPct val="90000"/>
              </a:lnSpc>
              <a:spcBef>
                <a:spcPts val="700"/>
              </a:spcBef>
              <a:spcAft>
                <a:spcPts val="0"/>
              </a:spcAft>
              <a:buClr>
                <a:schemeClr val="dk1"/>
              </a:buClr>
              <a:buSzPts val="2700"/>
              <a:buNone/>
              <a:defRPr sz="2700"/>
            </a:lvl2pPr>
            <a:lvl3pPr lvl="2" algn="ctr">
              <a:lnSpc>
                <a:spcPct val="90000"/>
              </a:lnSpc>
              <a:spcBef>
                <a:spcPts val="700"/>
              </a:spcBef>
              <a:spcAft>
                <a:spcPts val="0"/>
              </a:spcAft>
              <a:buClr>
                <a:schemeClr val="dk1"/>
              </a:buClr>
              <a:buSzPts val="2400"/>
              <a:buNone/>
              <a:defRPr sz="2400"/>
            </a:lvl3pPr>
            <a:lvl4pPr lvl="3" algn="ctr">
              <a:lnSpc>
                <a:spcPct val="90000"/>
              </a:lnSpc>
              <a:spcBef>
                <a:spcPts val="700"/>
              </a:spcBef>
              <a:spcAft>
                <a:spcPts val="0"/>
              </a:spcAft>
              <a:buClr>
                <a:schemeClr val="dk1"/>
              </a:buClr>
              <a:buSzPts val="2200"/>
              <a:buNone/>
              <a:defRPr sz="2200"/>
            </a:lvl4pPr>
            <a:lvl5pPr lvl="4" algn="ctr">
              <a:lnSpc>
                <a:spcPct val="90000"/>
              </a:lnSpc>
              <a:spcBef>
                <a:spcPts val="700"/>
              </a:spcBef>
              <a:spcAft>
                <a:spcPts val="0"/>
              </a:spcAft>
              <a:buClr>
                <a:schemeClr val="dk1"/>
              </a:buClr>
              <a:buSzPts val="2200"/>
              <a:buNone/>
              <a:defRPr sz="2200"/>
            </a:lvl5pPr>
            <a:lvl6pPr lvl="5" algn="ctr">
              <a:lnSpc>
                <a:spcPct val="90000"/>
              </a:lnSpc>
              <a:spcBef>
                <a:spcPts val="700"/>
              </a:spcBef>
              <a:spcAft>
                <a:spcPts val="0"/>
              </a:spcAft>
              <a:buClr>
                <a:schemeClr val="dk1"/>
              </a:buClr>
              <a:buSzPts val="2200"/>
              <a:buNone/>
              <a:defRPr sz="2200"/>
            </a:lvl6pPr>
            <a:lvl7pPr lvl="6" algn="ctr">
              <a:lnSpc>
                <a:spcPct val="90000"/>
              </a:lnSpc>
              <a:spcBef>
                <a:spcPts val="700"/>
              </a:spcBef>
              <a:spcAft>
                <a:spcPts val="0"/>
              </a:spcAft>
              <a:buClr>
                <a:schemeClr val="dk1"/>
              </a:buClr>
              <a:buSzPts val="2200"/>
              <a:buNone/>
              <a:defRPr sz="2200"/>
            </a:lvl7pPr>
            <a:lvl8pPr lvl="7" algn="ctr">
              <a:lnSpc>
                <a:spcPct val="90000"/>
              </a:lnSpc>
              <a:spcBef>
                <a:spcPts val="700"/>
              </a:spcBef>
              <a:spcAft>
                <a:spcPts val="0"/>
              </a:spcAft>
              <a:buClr>
                <a:schemeClr val="dk1"/>
              </a:buClr>
              <a:buSzPts val="2200"/>
              <a:buNone/>
              <a:defRPr sz="2200"/>
            </a:lvl8pPr>
            <a:lvl9pPr lvl="8" algn="ctr">
              <a:lnSpc>
                <a:spcPct val="90000"/>
              </a:lnSpc>
              <a:spcBef>
                <a:spcPts val="700"/>
              </a:spcBef>
              <a:spcAft>
                <a:spcPts val="0"/>
              </a:spcAft>
              <a:buClr>
                <a:schemeClr val="dk1"/>
              </a:buClr>
              <a:buSzPts val="2200"/>
              <a:buNone/>
              <a:defRPr sz="2200"/>
            </a:lvl9pPr>
          </a:lstStyle>
          <a:p>
            <a:endParaRPr/>
          </a:p>
        </p:txBody>
      </p:sp>
      <p:sp>
        <p:nvSpPr>
          <p:cNvPr id="14" name="Google Shape;14;p2"/>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5" name="Google Shape;15;p2"/>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6" name="Google Shape;16;p2"/>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19" name="Google Shape;19;p3"/>
          <p:cNvSpPr txBox="1">
            <a:spLocks noGrp="1"/>
          </p:cNvSpPr>
          <p:nvPr>
            <p:ph type="body" idx="1"/>
          </p:nvPr>
        </p:nvSpPr>
        <p:spPr>
          <a:xfrm>
            <a:off x="1039500" y="2846250"/>
            <a:ext cx="13041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20" name="Google Shape;20;p3"/>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1" name="Google Shape;21;p3"/>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2" name="Google Shape;22;p3"/>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1031625" y="2665576"/>
            <a:ext cx="13041000" cy="44475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8100"/>
              <a:buFont typeface="Arial"/>
              <a:buNone/>
              <a:defRPr sz="81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5" name="Google Shape;25;p4"/>
          <p:cNvSpPr txBox="1">
            <a:spLocks noGrp="1"/>
          </p:cNvSpPr>
          <p:nvPr>
            <p:ph type="body" idx="1"/>
          </p:nvPr>
        </p:nvSpPr>
        <p:spPr>
          <a:xfrm>
            <a:off x="1031625" y="7155226"/>
            <a:ext cx="13041000" cy="23388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rgbClr val="888888"/>
              </a:buClr>
              <a:buSzPts val="3200"/>
              <a:buNone/>
              <a:defRPr sz="3200">
                <a:solidFill>
                  <a:srgbClr val="888888"/>
                </a:solidFill>
              </a:defRPr>
            </a:lvl1pPr>
            <a:lvl2pPr marL="914400" lvl="1" indent="-228600" algn="l">
              <a:lnSpc>
                <a:spcPct val="90000"/>
              </a:lnSpc>
              <a:spcBef>
                <a:spcPts val="700"/>
              </a:spcBef>
              <a:spcAft>
                <a:spcPts val="0"/>
              </a:spcAft>
              <a:buClr>
                <a:srgbClr val="888888"/>
              </a:buClr>
              <a:buSzPts val="2700"/>
              <a:buNone/>
              <a:defRPr sz="2700">
                <a:solidFill>
                  <a:srgbClr val="888888"/>
                </a:solidFill>
              </a:defRPr>
            </a:lvl2pPr>
            <a:lvl3pPr marL="1371600" lvl="2" indent="-228600" algn="l">
              <a:lnSpc>
                <a:spcPct val="90000"/>
              </a:lnSpc>
              <a:spcBef>
                <a:spcPts val="700"/>
              </a:spcBef>
              <a:spcAft>
                <a:spcPts val="0"/>
              </a:spcAft>
              <a:buClr>
                <a:srgbClr val="888888"/>
              </a:buClr>
              <a:buSzPts val="2400"/>
              <a:buNone/>
              <a:defRPr sz="2400">
                <a:solidFill>
                  <a:srgbClr val="888888"/>
                </a:solidFill>
              </a:defRPr>
            </a:lvl3pPr>
            <a:lvl4pPr marL="1828800" lvl="3" indent="-228600" algn="l">
              <a:lnSpc>
                <a:spcPct val="90000"/>
              </a:lnSpc>
              <a:spcBef>
                <a:spcPts val="700"/>
              </a:spcBef>
              <a:spcAft>
                <a:spcPts val="0"/>
              </a:spcAft>
              <a:buClr>
                <a:srgbClr val="888888"/>
              </a:buClr>
              <a:buSzPts val="2200"/>
              <a:buNone/>
              <a:defRPr sz="2200">
                <a:solidFill>
                  <a:srgbClr val="888888"/>
                </a:solidFill>
              </a:defRPr>
            </a:lvl4pPr>
            <a:lvl5pPr marL="2286000" lvl="4" indent="-228600" algn="l">
              <a:lnSpc>
                <a:spcPct val="90000"/>
              </a:lnSpc>
              <a:spcBef>
                <a:spcPts val="700"/>
              </a:spcBef>
              <a:spcAft>
                <a:spcPts val="0"/>
              </a:spcAft>
              <a:buClr>
                <a:srgbClr val="888888"/>
              </a:buClr>
              <a:buSzPts val="2200"/>
              <a:buNone/>
              <a:defRPr sz="2200">
                <a:solidFill>
                  <a:srgbClr val="888888"/>
                </a:solidFill>
              </a:defRPr>
            </a:lvl5pPr>
            <a:lvl6pPr marL="2743200" lvl="5" indent="-228600" algn="l">
              <a:lnSpc>
                <a:spcPct val="90000"/>
              </a:lnSpc>
              <a:spcBef>
                <a:spcPts val="700"/>
              </a:spcBef>
              <a:spcAft>
                <a:spcPts val="0"/>
              </a:spcAft>
              <a:buClr>
                <a:srgbClr val="888888"/>
              </a:buClr>
              <a:buSzPts val="2200"/>
              <a:buNone/>
              <a:defRPr sz="2200">
                <a:solidFill>
                  <a:srgbClr val="888888"/>
                </a:solidFill>
              </a:defRPr>
            </a:lvl6pPr>
            <a:lvl7pPr marL="3200400" lvl="6" indent="-228600" algn="l">
              <a:lnSpc>
                <a:spcPct val="90000"/>
              </a:lnSpc>
              <a:spcBef>
                <a:spcPts val="700"/>
              </a:spcBef>
              <a:spcAft>
                <a:spcPts val="0"/>
              </a:spcAft>
              <a:buClr>
                <a:srgbClr val="888888"/>
              </a:buClr>
              <a:buSzPts val="2200"/>
              <a:buNone/>
              <a:defRPr sz="2200">
                <a:solidFill>
                  <a:srgbClr val="888888"/>
                </a:solidFill>
              </a:defRPr>
            </a:lvl7pPr>
            <a:lvl8pPr marL="3657600" lvl="7" indent="-228600" algn="l">
              <a:lnSpc>
                <a:spcPct val="90000"/>
              </a:lnSpc>
              <a:spcBef>
                <a:spcPts val="700"/>
              </a:spcBef>
              <a:spcAft>
                <a:spcPts val="0"/>
              </a:spcAft>
              <a:buClr>
                <a:srgbClr val="888888"/>
              </a:buClr>
              <a:buSzPts val="2200"/>
              <a:buNone/>
              <a:defRPr sz="2200">
                <a:solidFill>
                  <a:srgbClr val="888888"/>
                </a:solidFill>
              </a:defRPr>
            </a:lvl8pPr>
            <a:lvl9pPr marL="4114800" lvl="8" indent="-228600" algn="l">
              <a:lnSpc>
                <a:spcPct val="90000"/>
              </a:lnSpc>
              <a:spcBef>
                <a:spcPts val="700"/>
              </a:spcBef>
              <a:spcAft>
                <a:spcPts val="0"/>
              </a:spcAft>
              <a:buClr>
                <a:srgbClr val="888888"/>
              </a:buClr>
              <a:buSzPts val="2200"/>
              <a:buNone/>
              <a:defRPr sz="2200">
                <a:solidFill>
                  <a:srgbClr val="888888"/>
                </a:solidFill>
              </a:defRPr>
            </a:lvl9pPr>
          </a:lstStyle>
          <a:p>
            <a:endParaRPr/>
          </a:p>
        </p:txBody>
      </p:sp>
      <p:sp>
        <p:nvSpPr>
          <p:cNvPr id="26" name="Google Shape;26;p4"/>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7" name="Google Shape;27;p4"/>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28" name="Google Shape;28;p4"/>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1" name="Google Shape;31;p5"/>
          <p:cNvSpPr txBox="1">
            <a:spLocks noGrp="1"/>
          </p:cNvSpPr>
          <p:nvPr>
            <p:ph type="body" idx="1"/>
          </p:nvPr>
        </p:nvSpPr>
        <p:spPr>
          <a:xfrm>
            <a:off x="1039500" y="2846250"/>
            <a:ext cx="6426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32" name="Google Shape;32;p5"/>
          <p:cNvSpPr txBox="1">
            <a:spLocks noGrp="1"/>
          </p:cNvSpPr>
          <p:nvPr>
            <p:ph type="body" idx="2"/>
          </p:nvPr>
        </p:nvSpPr>
        <p:spPr>
          <a:xfrm>
            <a:off x="7654500" y="2846250"/>
            <a:ext cx="6426000" cy="67839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33" name="Google Shape;33;p5"/>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4" name="Google Shape;34;p5"/>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5" name="Google Shape;35;p5"/>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041469"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38" name="Google Shape;38;p6"/>
          <p:cNvSpPr txBox="1">
            <a:spLocks noGrp="1"/>
          </p:cNvSpPr>
          <p:nvPr>
            <p:ph type="body" idx="1"/>
          </p:nvPr>
        </p:nvSpPr>
        <p:spPr>
          <a:xfrm>
            <a:off x="1041469" y="2621026"/>
            <a:ext cx="6396600" cy="1284600"/>
          </a:xfrm>
          <a:prstGeom prst="rect">
            <a:avLst/>
          </a:prstGeom>
          <a:noFill/>
          <a:ln>
            <a:noFill/>
          </a:ln>
        </p:spPr>
        <p:txBody>
          <a:bodyPr spcFirstLastPara="1" wrap="square" lIns="123100" tIns="61525" rIns="123100" bIns="61525" anchor="b" anchorCtr="0">
            <a:normAutofit/>
          </a:bodyPr>
          <a:lstStyle>
            <a:lvl1pPr marL="457200" lvl="0" indent="-228600" algn="l">
              <a:lnSpc>
                <a:spcPct val="90000"/>
              </a:lnSpc>
              <a:spcBef>
                <a:spcPts val="1300"/>
              </a:spcBef>
              <a:spcAft>
                <a:spcPts val="0"/>
              </a:spcAft>
              <a:buClr>
                <a:schemeClr val="dk1"/>
              </a:buClr>
              <a:buSzPts val="3200"/>
              <a:buNone/>
              <a:defRPr sz="3200" b="1"/>
            </a:lvl1pPr>
            <a:lvl2pPr marL="914400" lvl="1" indent="-228600" algn="l">
              <a:lnSpc>
                <a:spcPct val="90000"/>
              </a:lnSpc>
              <a:spcBef>
                <a:spcPts val="700"/>
              </a:spcBef>
              <a:spcAft>
                <a:spcPts val="0"/>
              </a:spcAft>
              <a:buClr>
                <a:schemeClr val="dk1"/>
              </a:buClr>
              <a:buSzPts val="2700"/>
              <a:buNone/>
              <a:defRPr sz="2700" b="1"/>
            </a:lvl2pPr>
            <a:lvl3pPr marL="1371600" lvl="2" indent="-228600" algn="l">
              <a:lnSpc>
                <a:spcPct val="90000"/>
              </a:lnSpc>
              <a:spcBef>
                <a:spcPts val="700"/>
              </a:spcBef>
              <a:spcAft>
                <a:spcPts val="0"/>
              </a:spcAft>
              <a:buClr>
                <a:schemeClr val="dk1"/>
              </a:buClr>
              <a:buSzPts val="2400"/>
              <a:buNone/>
              <a:defRPr sz="2400" b="1"/>
            </a:lvl3pPr>
            <a:lvl4pPr marL="1828800" lvl="3" indent="-228600" algn="l">
              <a:lnSpc>
                <a:spcPct val="90000"/>
              </a:lnSpc>
              <a:spcBef>
                <a:spcPts val="700"/>
              </a:spcBef>
              <a:spcAft>
                <a:spcPts val="0"/>
              </a:spcAft>
              <a:buClr>
                <a:schemeClr val="dk1"/>
              </a:buClr>
              <a:buSzPts val="2200"/>
              <a:buNone/>
              <a:defRPr sz="2200" b="1"/>
            </a:lvl4pPr>
            <a:lvl5pPr marL="2286000" lvl="4" indent="-228600" algn="l">
              <a:lnSpc>
                <a:spcPct val="90000"/>
              </a:lnSpc>
              <a:spcBef>
                <a:spcPts val="700"/>
              </a:spcBef>
              <a:spcAft>
                <a:spcPts val="0"/>
              </a:spcAft>
              <a:buClr>
                <a:schemeClr val="dk1"/>
              </a:buClr>
              <a:buSzPts val="2200"/>
              <a:buNone/>
              <a:defRPr sz="2200" b="1"/>
            </a:lvl5pPr>
            <a:lvl6pPr marL="2743200" lvl="5" indent="-228600" algn="l">
              <a:lnSpc>
                <a:spcPct val="90000"/>
              </a:lnSpc>
              <a:spcBef>
                <a:spcPts val="700"/>
              </a:spcBef>
              <a:spcAft>
                <a:spcPts val="0"/>
              </a:spcAft>
              <a:buClr>
                <a:schemeClr val="dk1"/>
              </a:buClr>
              <a:buSzPts val="2200"/>
              <a:buNone/>
              <a:defRPr sz="2200" b="1"/>
            </a:lvl6pPr>
            <a:lvl7pPr marL="3200400" lvl="6" indent="-228600" algn="l">
              <a:lnSpc>
                <a:spcPct val="90000"/>
              </a:lnSpc>
              <a:spcBef>
                <a:spcPts val="700"/>
              </a:spcBef>
              <a:spcAft>
                <a:spcPts val="0"/>
              </a:spcAft>
              <a:buClr>
                <a:schemeClr val="dk1"/>
              </a:buClr>
              <a:buSzPts val="2200"/>
              <a:buNone/>
              <a:defRPr sz="2200" b="1"/>
            </a:lvl7pPr>
            <a:lvl8pPr marL="3657600" lvl="7" indent="-228600" algn="l">
              <a:lnSpc>
                <a:spcPct val="90000"/>
              </a:lnSpc>
              <a:spcBef>
                <a:spcPts val="700"/>
              </a:spcBef>
              <a:spcAft>
                <a:spcPts val="0"/>
              </a:spcAft>
              <a:buClr>
                <a:schemeClr val="dk1"/>
              </a:buClr>
              <a:buSzPts val="2200"/>
              <a:buNone/>
              <a:defRPr sz="2200" b="1"/>
            </a:lvl8pPr>
            <a:lvl9pPr marL="4114800" lvl="8" indent="-228600" algn="l">
              <a:lnSpc>
                <a:spcPct val="90000"/>
              </a:lnSpc>
              <a:spcBef>
                <a:spcPts val="700"/>
              </a:spcBef>
              <a:spcAft>
                <a:spcPts val="0"/>
              </a:spcAft>
              <a:buClr>
                <a:schemeClr val="dk1"/>
              </a:buClr>
              <a:buSzPts val="2200"/>
              <a:buNone/>
              <a:defRPr sz="2200" b="1"/>
            </a:lvl9pPr>
          </a:lstStyle>
          <a:p>
            <a:endParaRPr/>
          </a:p>
        </p:txBody>
      </p:sp>
      <p:sp>
        <p:nvSpPr>
          <p:cNvPr id="39" name="Google Shape;39;p6"/>
          <p:cNvSpPr txBox="1">
            <a:spLocks noGrp="1"/>
          </p:cNvSpPr>
          <p:nvPr>
            <p:ph type="body" idx="2"/>
          </p:nvPr>
        </p:nvSpPr>
        <p:spPr>
          <a:xfrm>
            <a:off x="1041469" y="3905550"/>
            <a:ext cx="6396600" cy="57444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40" name="Google Shape;40;p6"/>
          <p:cNvSpPr txBox="1">
            <a:spLocks noGrp="1"/>
          </p:cNvSpPr>
          <p:nvPr>
            <p:ph type="body" idx="3"/>
          </p:nvPr>
        </p:nvSpPr>
        <p:spPr>
          <a:xfrm>
            <a:off x="7654500" y="2621026"/>
            <a:ext cx="6428100" cy="1284600"/>
          </a:xfrm>
          <a:prstGeom prst="rect">
            <a:avLst/>
          </a:prstGeom>
          <a:noFill/>
          <a:ln>
            <a:noFill/>
          </a:ln>
        </p:spPr>
        <p:txBody>
          <a:bodyPr spcFirstLastPara="1" wrap="square" lIns="123100" tIns="61525" rIns="123100" bIns="61525" anchor="b" anchorCtr="0">
            <a:normAutofit/>
          </a:bodyPr>
          <a:lstStyle>
            <a:lvl1pPr marL="457200" lvl="0" indent="-228600" algn="l">
              <a:lnSpc>
                <a:spcPct val="90000"/>
              </a:lnSpc>
              <a:spcBef>
                <a:spcPts val="1300"/>
              </a:spcBef>
              <a:spcAft>
                <a:spcPts val="0"/>
              </a:spcAft>
              <a:buClr>
                <a:schemeClr val="dk1"/>
              </a:buClr>
              <a:buSzPts val="3200"/>
              <a:buNone/>
              <a:defRPr sz="3200" b="1"/>
            </a:lvl1pPr>
            <a:lvl2pPr marL="914400" lvl="1" indent="-228600" algn="l">
              <a:lnSpc>
                <a:spcPct val="90000"/>
              </a:lnSpc>
              <a:spcBef>
                <a:spcPts val="700"/>
              </a:spcBef>
              <a:spcAft>
                <a:spcPts val="0"/>
              </a:spcAft>
              <a:buClr>
                <a:schemeClr val="dk1"/>
              </a:buClr>
              <a:buSzPts val="2700"/>
              <a:buNone/>
              <a:defRPr sz="2700" b="1"/>
            </a:lvl2pPr>
            <a:lvl3pPr marL="1371600" lvl="2" indent="-228600" algn="l">
              <a:lnSpc>
                <a:spcPct val="90000"/>
              </a:lnSpc>
              <a:spcBef>
                <a:spcPts val="700"/>
              </a:spcBef>
              <a:spcAft>
                <a:spcPts val="0"/>
              </a:spcAft>
              <a:buClr>
                <a:schemeClr val="dk1"/>
              </a:buClr>
              <a:buSzPts val="2400"/>
              <a:buNone/>
              <a:defRPr sz="2400" b="1"/>
            </a:lvl3pPr>
            <a:lvl4pPr marL="1828800" lvl="3" indent="-228600" algn="l">
              <a:lnSpc>
                <a:spcPct val="90000"/>
              </a:lnSpc>
              <a:spcBef>
                <a:spcPts val="700"/>
              </a:spcBef>
              <a:spcAft>
                <a:spcPts val="0"/>
              </a:spcAft>
              <a:buClr>
                <a:schemeClr val="dk1"/>
              </a:buClr>
              <a:buSzPts val="2200"/>
              <a:buNone/>
              <a:defRPr sz="2200" b="1"/>
            </a:lvl4pPr>
            <a:lvl5pPr marL="2286000" lvl="4" indent="-228600" algn="l">
              <a:lnSpc>
                <a:spcPct val="90000"/>
              </a:lnSpc>
              <a:spcBef>
                <a:spcPts val="700"/>
              </a:spcBef>
              <a:spcAft>
                <a:spcPts val="0"/>
              </a:spcAft>
              <a:buClr>
                <a:schemeClr val="dk1"/>
              </a:buClr>
              <a:buSzPts val="2200"/>
              <a:buNone/>
              <a:defRPr sz="2200" b="1"/>
            </a:lvl5pPr>
            <a:lvl6pPr marL="2743200" lvl="5" indent="-228600" algn="l">
              <a:lnSpc>
                <a:spcPct val="90000"/>
              </a:lnSpc>
              <a:spcBef>
                <a:spcPts val="700"/>
              </a:spcBef>
              <a:spcAft>
                <a:spcPts val="0"/>
              </a:spcAft>
              <a:buClr>
                <a:schemeClr val="dk1"/>
              </a:buClr>
              <a:buSzPts val="2200"/>
              <a:buNone/>
              <a:defRPr sz="2200" b="1"/>
            </a:lvl6pPr>
            <a:lvl7pPr marL="3200400" lvl="6" indent="-228600" algn="l">
              <a:lnSpc>
                <a:spcPct val="90000"/>
              </a:lnSpc>
              <a:spcBef>
                <a:spcPts val="700"/>
              </a:spcBef>
              <a:spcAft>
                <a:spcPts val="0"/>
              </a:spcAft>
              <a:buClr>
                <a:schemeClr val="dk1"/>
              </a:buClr>
              <a:buSzPts val="2200"/>
              <a:buNone/>
              <a:defRPr sz="2200" b="1"/>
            </a:lvl7pPr>
            <a:lvl8pPr marL="3657600" lvl="7" indent="-228600" algn="l">
              <a:lnSpc>
                <a:spcPct val="90000"/>
              </a:lnSpc>
              <a:spcBef>
                <a:spcPts val="700"/>
              </a:spcBef>
              <a:spcAft>
                <a:spcPts val="0"/>
              </a:spcAft>
              <a:buClr>
                <a:schemeClr val="dk1"/>
              </a:buClr>
              <a:buSzPts val="2200"/>
              <a:buNone/>
              <a:defRPr sz="2200" b="1"/>
            </a:lvl8pPr>
            <a:lvl9pPr marL="4114800" lvl="8" indent="-228600" algn="l">
              <a:lnSpc>
                <a:spcPct val="90000"/>
              </a:lnSpc>
              <a:spcBef>
                <a:spcPts val="700"/>
              </a:spcBef>
              <a:spcAft>
                <a:spcPts val="0"/>
              </a:spcAft>
              <a:buClr>
                <a:schemeClr val="dk1"/>
              </a:buClr>
              <a:buSzPts val="2200"/>
              <a:buNone/>
              <a:defRPr sz="2200" b="1"/>
            </a:lvl9pPr>
          </a:lstStyle>
          <a:p>
            <a:endParaRPr/>
          </a:p>
        </p:txBody>
      </p:sp>
      <p:sp>
        <p:nvSpPr>
          <p:cNvPr id="41" name="Google Shape;41;p6"/>
          <p:cNvSpPr txBox="1">
            <a:spLocks noGrp="1"/>
          </p:cNvSpPr>
          <p:nvPr>
            <p:ph type="body" idx="4"/>
          </p:nvPr>
        </p:nvSpPr>
        <p:spPr>
          <a:xfrm>
            <a:off x="7654500" y="3905550"/>
            <a:ext cx="6428100" cy="57444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42" name="Google Shape;42;p6"/>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3" name="Google Shape;43;p6"/>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4" name="Google Shape;44;p6"/>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7" name="Google Shape;47;p7"/>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8" name="Google Shape;48;p7"/>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9" name="Google Shape;49;p7"/>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2" name="Google Shape;52;p8"/>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3" name="Google Shape;53;p8"/>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041469" y="712800"/>
            <a:ext cx="4876500" cy="24948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4300"/>
              <a:buFont typeface="Arial"/>
              <a:buNone/>
              <a:defRPr sz="43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6" name="Google Shape;56;p9"/>
          <p:cNvSpPr txBox="1">
            <a:spLocks noGrp="1"/>
          </p:cNvSpPr>
          <p:nvPr>
            <p:ph type="body" idx="1"/>
          </p:nvPr>
        </p:nvSpPr>
        <p:spPr>
          <a:xfrm>
            <a:off x="6427969" y="1539450"/>
            <a:ext cx="7654500" cy="7598400"/>
          </a:xfrm>
          <a:prstGeom prst="rect">
            <a:avLst/>
          </a:prstGeom>
          <a:noFill/>
          <a:ln>
            <a:noFill/>
          </a:ln>
        </p:spPr>
        <p:txBody>
          <a:bodyPr spcFirstLastPara="1" wrap="square" lIns="123100" tIns="61525" rIns="123100" bIns="61525" anchor="t" anchorCtr="0">
            <a:normAutofit/>
          </a:bodyPr>
          <a:lstStyle>
            <a:lvl1pPr marL="457200" lvl="0" indent="-501650" algn="l">
              <a:lnSpc>
                <a:spcPct val="90000"/>
              </a:lnSpc>
              <a:spcBef>
                <a:spcPts val="1300"/>
              </a:spcBef>
              <a:spcAft>
                <a:spcPts val="0"/>
              </a:spcAft>
              <a:buClr>
                <a:schemeClr val="dk1"/>
              </a:buClr>
              <a:buSzPts val="4300"/>
              <a:buChar char="•"/>
              <a:defRPr sz="4300"/>
            </a:lvl1pPr>
            <a:lvl2pPr marL="914400" lvl="1" indent="-469900" algn="l">
              <a:lnSpc>
                <a:spcPct val="90000"/>
              </a:lnSpc>
              <a:spcBef>
                <a:spcPts val="700"/>
              </a:spcBef>
              <a:spcAft>
                <a:spcPts val="0"/>
              </a:spcAft>
              <a:buClr>
                <a:schemeClr val="dk1"/>
              </a:buClr>
              <a:buSzPts val="3800"/>
              <a:buChar char="•"/>
              <a:defRPr sz="3800"/>
            </a:lvl2pPr>
            <a:lvl3pPr marL="1371600" lvl="2" indent="-431800" algn="l">
              <a:lnSpc>
                <a:spcPct val="90000"/>
              </a:lnSpc>
              <a:spcBef>
                <a:spcPts val="700"/>
              </a:spcBef>
              <a:spcAft>
                <a:spcPts val="0"/>
              </a:spcAft>
              <a:buClr>
                <a:schemeClr val="dk1"/>
              </a:buClr>
              <a:buSzPts val="3200"/>
              <a:buChar char="•"/>
              <a:defRPr sz="3200"/>
            </a:lvl3pPr>
            <a:lvl4pPr marL="1828800" lvl="3" indent="-400050" algn="l">
              <a:lnSpc>
                <a:spcPct val="90000"/>
              </a:lnSpc>
              <a:spcBef>
                <a:spcPts val="700"/>
              </a:spcBef>
              <a:spcAft>
                <a:spcPts val="0"/>
              </a:spcAft>
              <a:buClr>
                <a:schemeClr val="dk1"/>
              </a:buClr>
              <a:buSzPts val="2700"/>
              <a:buChar char="•"/>
              <a:defRPr sz="2700"/>
            </a:lvl4pPr>
            <a:lvl5pPr marL="2286000" lvl="4" indent="-400050" algn="l">
              <a:lnSpc>
                <a:spcPct val="90000"/>
              </a:lnSpc>
              <a:spcBef>
                <a:spcPts val="700"/>
              </a:spcBef>
              <a:spcAft>
                <a:spcPts val="0"/>
              </a:spcAft>
              <a:buClr>
                <a:schemeClr val="dk1"/>
              </a:buClr>
              <a:buSzPts val="2700"/>
              <a:buChar char="•"/>
              <a:defRPr sz="2700"/>
            </a:lvl5pPr>
            <a:lvl6pPr marL="2743200" lvl="5" indent="-400050" algn="l">
              <a:lnSpc>
                <a:spcPct val="90000"/>
              </a:lnSpc>
              <a:spcBef>
                <a:spcPts val="700"/>
              </a:spcBef>
              <a:spcAft>
                <a:spcPts val="0"/>
              </a:spcAft>
              <a:buClr>
                <a:schemeClr val="dk1"/>
              </a:buClr>
              <a:buSzPts val="2700"/>
              <a:buChar char="•"/>
              <a:defRPr sz="2700"/>
            </a:lvl6pPr>
            <a:lvl7pPr marL="3200400" lvl="6" indent="-400050" algn="l">
              <a:lnSpc>
                <a:spcPct val="90000"/>
              </a:lnSpc>
              <a:spcBef>
                <a:spcPts val="700"/>
              </a:spcBef>
              <a:spcAft>
                <a:spcPts val="0"/>
              </a:spcAft>
              <a:buClr>
                <a:schemeClr val="dk1"/>
              </a:buClr>
              <a:buSzPts val="2700"/>
              <a:buChar char="•"/>
              <a:defRPr sz="2700"/>
            </a:lvl7pPr>
            <a:lvl8pPr marL="3657600" lvl="7" indent="-400050" algn="l">
              <a:lnSpc>
                <a:spcPct val="90000"/>
              </a:lnSpc>
              <a:spcBef>
                <a:spcPts val="700"/>
              </a:spcBef>
              <a:spcAft>
                <a:spcPts val="0"/>
              </a:spcAft>
              <a:buClr>
                <a:schemeClr val="dk1"/>
              </a:buClr>
              <a:buSzPts val="2700"/>
              <a:buChar char="•"/>
              <a:defRPr sz="2700"/>
            </a:lvl8pPr>
            <a:lvl9pPr marL="4114800" lvl="8" indent="-400050" algn="l">
              <a:lnSpc>
                <a:spcPct val="90000"/>
              </a:lnSpc>
              <a:spcBef>
                <a:spcPts val="700"/>
              </a:spcBef>
              <a:spcAft>
                <a:spcPts val="0"/>
              </a:spcAft>
              <a:buClr>
                <a:schemeClr val="dk1"/>
              </a:buClr>
              <a:buSzPts val="2700"/>
              <a:buChar char="•"/>
              <a:defRPr sz="2700"/>
            </a:lvl9pPr>
          </a:lstStyle>
          <a:p>
            <a:endParaRPr/>
          </a:p>
        </p:txBody>
      </p:sp>
      <p:sp>
        <p:nvSpPr>
          <p:cNvPr id="57" name="Google Shape;57;p9"/>
          <p:cNvSpPr txBox="1">
            <a:spLocks noGrp="1"/>
          </p:cNvSpPr>
          <p:nvPr>
            <p:ph type="body" idx="2"/>
          </p:nvPr>
        </p:nvSpPr>
        <p:spPr>
          <a:xfrm>
            <a:off x="1041469" y="3207600"/>
            <a:ext cx="4876500" cy="59424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chemeClr val="dk1"/>
              </a:buClr>
              <a:buSzPts val="2200"/>
              <a:buNone/>
              <a:defRPr sz="2200"/>
            </a:lvl1pPr>
            <a:lvl2pPr marL="914400" lvl="1" indent="-228600" algn="l">
              <a:lnSpc>
                <a:spcPct val="90000"/>
              </a:lnSpc>
              <a:spcBef>
                <a:spcPts val="700"/>
              </a:spcBef>
              <a:spcAft>
                <a:spcPts val="0"/>
              </a:spcAft>
              <a:buClr>
                <a:schemeClr val="dk1"/>
              </a:buClr>
              <a:buSzPts val="1900"/>
              <a:buNone/>
              <a:defRPr sz="1900"/>
            </a:lvl2pPr>
            <a:lvl3pPr marL="1371600" lvl="2" indent="-228600" algn="l">
              <a:lnSpc>
                <a:spcPct val="90000"/>
              </a:lnSpc>
              <a:spcBef>
                <a:spcPts val="700"/>
              </a:spcBef>
              <a:spcAft>
                <a:spcPts val="0"/>
              </a:spcAft>
              <a:buClr>
                <a:schemeClr val="dk1"/>
              </a:buClr>
              <a:buSzPts val="1600"/>
              <a:buNone/>
              <a:defRPr sz="1600"/>
            </a:lvl3pPr>
            <a:lvl4pPr marL="1828800" lvl="3" indent="-228600" algn="l">
              <a:lnSpc>
                <a:spcPct val="90000"/>
              </a:lnSpc>
              <a:spcBef>
                <a:spcPts val="700"/>
              </a:spcBef>
              <a:spcAft>
                <a:spcPts val="0"/>
              </a:spcAft>
              <a:buClr>
                <a:schemeClr val="dk1"/>
              </a:buClr>
              <a:buSzPts val="1300"/>
              <a:buNone/>
              <a:defRPr sz="1300"/>
            </a:lvl4pPr>
            <a:lvl5pPr marL="2286000" lvl="4" indent="-228600" algn="l">
              <a:lnSpc>
                <a:spcPct val="90000"/>
              </a:lnSpc>
              <a:spcBef>
                <a:spcPts val="700"/>
              </a:spcBef>
              <a:spcAft>
                <a:spcPts val="0"/>
              </a:spcAft>
              <a:buClr>
                <a:schemeClr val="dk1"/>
              </a:buClr>
              <a:buSzPts val="1300"/>
              <a:buNone/>
              <a:defRPr sz="1300"/>
            </a:lvl5pPr>
            <a:lvl6pPr marL="2743200" lvl="5" indent="-228600" algn="l">
              <a:lnSpc>
                <a:spcPct val="90000"/>
              </a:lnSpc>
              <a:spcBef>
                <a:spcPts val="700"/>
              </a:spcBef>
              <a:spcAft>
                <a:spcPts val="0"/>
              </a:spcAft>
              <a:buClr>
                <a:schemeClr val="dk1"/>
              </a:buClr>
              <a:buSzPts val="1300"/>
              <a:buNone/>
              <a:defRPr sz="1300"/>
            </a:lvl6pPr>
            <a:lvl7pPr marL="3200400" lvl="6" indent="-228600" algn="l">
              <a:lnSpc>
                <a:spcPct val="90000"/>
              </a:lnSpc>
              <a:spcBef>
                <a:spcPts val="700"/>
              </a:spcBef>
              <a:spcAft>
                <a:spcPts val="0"/>
              </a:spcAft>
              <a:buClr>
                <a:schemeClr val="dk1"/>
              </a:buClr>
              <a:buSzPts val="1300"/>
              <a:buNone/>
              <a:defRPr sz="1300"/>
            </a:lvl7pPr>
            <a:lvl8pPr marL="3657600" lvl="7" indent="-228600" algn="l">
              <a:lnSpc>
                <a:spcPct val="90000"/>
              </a:lnSpc>
              <a:spcBef>
                <a:spcPts val="700"/>
              </a:spcBef>
              <a:spcAft>
                <a:spcPts val="0"/>
              </a:spcAft>
              <a:buClr>
                <a:schemeClr val="dk1"/>
              </a:buClr>
              <a:buSzPts val="1300"/>
              <a:buNone/>
              <a:defRPr sz="1300"/>
            </a:lvl8pPr>
            <a:lvl9pPr marL="4114800" lvl="8" indent="-228600" algn="l">
              <a:lnSpc>
                <a:spcPct val="90000"/>
              </a:lnSpc>
              <a:spcBef>
                <a:spcPts val="700"/>
              </a:spcBef>
              <a:spcAft>
                <a:spcPts val="0"/>
              </a:spcAft>
              <a:buClr>
                <a:schemeClr val="dk1"/>
              </a:buClr>
              <a:buSzPts val="1300"/>
              <a:buNone/>
              <a:defRPr sz="1300"/>
            </a:lvl9pPr>
          </a:lstStyle>
          <a:p>
            <a:endParaRPr/>
          </a:p>
        </p:txBody>
      </p:sp>
      <p:sp>
        <p:nvSpPr>
          <p:cNvPr id="58" name="Google Shape;58;p9"/>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59" name="Google Shape;59;p9"/>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0" name="Google Shape;60;p9"/>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041469" y="712800"/>
            <a:ext cx="4876500" cy="2494800"/>
          </a:xfrm>
          <a:prstGeom prst="rect">
            <a:avLst/>
          </a:prstGeom>
          <a:noFill/>
          <a:ln>
            <a:noFill/>
          </a:ln>
        </p:spPr>
        <p:txBody>
          <a:bodyPr spcFirstLastPara="1" wrap="square" lIns="123100" tIns="61525" rIns="123100" bIns="61525" anchor="b" anchorCtr="0">
            <a:normAutofit/>
          </a:bodyPr>
          <a:lstStyle>
            <a:lvl1pPr lvl="0" algn="l">
              <a:lnSpc>
                <a:spcPct val="90000"/>
              </a:lnSpc>
              <a:spcBef>
                <a:spcPts val="0"/>
              </a:spcBef>
              <a:spcAft>
                <a:spcPts val="0"/>
              </a:spcAft>
              <a:buClr>
                <a:schemeClr val="dk1"/>
              </a:buClr>
              <a:buSzPts val="4300"/>
              <a:buFont typeface="Arial"/>
              <a:buNone/>
              <a:defRPr sz="43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3" name="Google Shape;63;p10"/>
          <p:cNvSpPr>
            <a:spLocks noGrp="1"/>
          </p:cNvSpPr>
          <p:nvPr>
            <p:ph type="pic" idx="2"/>
          </p:nvPr>
        </p:nvSpPr>
        <p:spPr>
          <a:xfrm>
            <a:off x="6427969" y="1539450"/>
            <a:ext cx="7654500" cy="7598400"/>
          </a:xfrm>
          <a:prstGeom prst="rect">
            <a:avLst/>
          </a:prstGeom>
          <a:noFill/>
          <a:ln>
            <a:noFill/>
          </a:ln>
        </p:spPr>
      </p:sp>
      <p:sp>
        <p:nvSpPr>
          <p:cNvPr id="64" name="Google Shape;64;p10"/>
          <p:cNvSpPr txBox="1">
            <a:spLocks noGrp="1"/>
          </p:cNvSpPr>
          <p:nvPr>
            <p:ph type="body" idx="1"/>
          </p:nvPr>
        </p:nvSpPr>
        <p:spPr>
          <a:xfrm>
            <a:off x="1041469" y="3207600"/>
            <a:ext cx="4876500" cy="5942400"/>
          </a:xfrm>
          <a:prstGeom prst="rect">
            <a:avLst/>
          </a:prstGeom>
          <a:noFill/>
          <a:ln>
            <a:noFill/>
          </a:ln>
        </p:spPr>
        <p:txBody>
          <a:bodyPr spcFirstLastPara="1" wrap="square" lIns="123100" tIns="61525" rIns="123100" bIns="61525" anchor="t" anchorCtr="0">
            <a:normAutofit/>
          </a:bodyPr>
          <a:lstStyle>
            <a:lvl1pPr marL="457200" lvl="0" indent="-228600" algn="l">
              <a:lnSpc>
                <a:spcPct val="90000"/>
              </a:lnSpc>
              <a:spcBef>
                <a:spcPts val="1300"/>
              </a:spcBef>
              <a:spcAft>
                <a:spcPts val="0"/>
              </a:spcAft>
              <a:buClr>
                <a:schemeClr val="dk1"/>
              </a:buClr>
              <a:buSzPts val="2200"/>
              <a:buNone/>
              <a:defRPr sz="2200"/>
            </a:lvl1pPr>
            <a:lvl2pPr marL="914400" lvl="1" indent="-228600" algn="l">
              <a:lnSpc>
                <a:spcPct val="90000"/>
              </a:lnSpc>
              <a:spcBef>
                <a:spcPts val="700"/>
              </a:spcBef>
              <a:spcAft>
                <a:spcPts val="0"/>
              </a:spcAft>
              <a:buClr>
                <a:schemeClr val="dk1"/>
              </a:buClr>
              <a:buSzPts val="1900"/>
              <a:buNone/>
              <a:defRPr sz="1900"/>
            </a:lvl2pPr>
            <a:lvl3pPr marL="1371600" lvl="2" indent="-228600" algn="l">
              <a:lnSpc>
                <a:spcPct val="90000"/>
              </a:lnSpc>
              <a:spcBef>
                <a:spcPts val="700"/>
              </a:spcBef>
              <a:spcAft>
                <a:spcPts val="0"/>
              </a:spcAft>
              <a:buClr>
                <a:schemeClr val="dk1"/>
              </a:buClr>
              <a:buSzPts val="1600"/>
              <a:buNone/>
              <a:defRPr sz="1600"/>
            </a:lvl3pPr>
            <a:lvl4pPr marL="1828800" lvl="3" indent="-228600" algn="l">
              <a:lnSpc>
                <a:spcPct val="90000"/>
              </a:lnSpc>
              <a:spcBef>
                <a:spcPts val="700"/>
              </a:spcBef>
              <a:spcAft>
                <a:spcPts val="0"/>
              </a:spcAft>
              <a:buClr>
                <a:schemeClr val="dk1"/>
              </a:buClr>
              <a:buSzPts val="1300"/>
              <a:buNone/>
              <a:defRPr sz="1300"/>
            </a:lvl4pPr>
            <a:lvl5pPr marL="2286000" lvl="4" indent="-228600" algn="l">
              <a:lnSpc>
                <a:spcPct val="90000"/>
              </a:lnSpc>
              <a:spcBef>
                <a:spcPts val="700"/>
              </a:spcBef>
              <a:spcAft>
                <a:spcPts val="0"/>
              </a:spcAft>
              <a:buClr>
                <a:schemeClr val="dk1"/>
              </a:buClr>
              <a:buSzPts val="1300"/>
              <a:buNone/>
              <a:defRPr sz="1300"/>
            </a:lvl5pPr>
            <a:lvl6pPr marL="2743200" lvl="5" indent="-228600" algn="l">
              <a:lnSpc>
                <a:spcPct val="90000"/>
              </a:lnSpc>
              <a:spcBef>
                <a:spcPts val="700"/>
              </a:spcBef>
              <a:spcAft>
                <a:spcPts val="0"/>
              </a:spcAft>
              <a:buClr>
                <a:schemeClr val="dk1"/>
              </a:buClr>
              <a:buSzPts val="1300"/>
              <a:buNone/>
              <a:defRPr sz="1300"/>
            </a:lvl6pPr>
            <a:lvl7pPr marL="3200400" lvl="6" indent="-228600" algn="l">
              <a:lnSpc>
                <a:spcPct val="90000"/>
              </a:lnSpc>
              <a:spcBef>
                <a:spcPts val="700"/>
              </a:spcBef>
              <a:spcAft>
                <a:spcPts val="0"/>
              </a:spcAft>
              <a:buClr>
                <a:schemeClr val="dk1"/>
              </a:buClr>
              <a:buSzPts val="1300"/>
              <a:buNone/>
              <a:defRPr sz="1300"/>
            </a:lvl7pPr>
            <a:lvl8pPr marL="3657600" lvl="7" indent="-228600" algn="l">
              <a:lnSpc>
                <a:spcPct val="90000"/>
              </a:lnSpc>
              <a:spcBef>
                <a:spcPts val="700"/>
              </a:spcBef>
              <a:spcAft>
                <a:spcPts val="0"/>
              </a:spcAft>
              <a:buClr>
                <a:schemeClr val="dk1"/>
              </a:buClr>
              <a:buSzPts val="1300"/>
              <a:buNone/>
              <a:defRPr sz="1300"/>
            </a:lvl8pPr>
            <a:lvl9pPr marL="4114800" lvl="8" indent="-228600" algn="l">
              <a:lnSpc>
                <a:spcPct val="90000"/>
              </a:lnSpc>
              <a:spcBef>
                <a:spcPts val="700"/>
              </a:spcBef>
              <a:spcAft>
                <a:spcPts val="0"/>
              </a:spcAft>
              <a:buClr>
                <a:schemeClr val="dk1"/>
              </a:buClr>
              <a:buSzPts val="1300"/>
              <a:buNone/>
              <a:defRPr sz="1300"/>
            </a:lvl9pPr>
          </a:lstStyle>
          <a:p>
            <a:endParaRPr/>
          </a:p>
        </p:txBody>
      </p:sp>
      <p:sp>
        <p:nvSpPr>
          <p:cNvPr id="65" name="Google Shape;65;p10"/>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6" name="Google Shape;66;p10"/>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67" name="Google Shape;67;p10"/>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0" name="Google Shape;70;p11"/>
          <p:cNvSpPr txBox="1">
            <a:spLocks noGrp="1"/>
          </p:cNvSpPr>
          <p:nvPr>
            <p:ph type="body" idx="1"/>
          </p:nvPr>
        </p:nvSpPr>
        <p:spPr>
          <a:xfrm rot="5400000">
            <a:off x="4168050" y="-282300"/>
            <a:ext cx="6783900" cy="130410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71" name="Google Shape;71;p11"/>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2" name="Google Shape;72;p11"/>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3" name="Google Shape;73;p11"/>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920000" y="3469650"/>
            <a:ext cx="9060900" cy="3260100"/>
          </a:xfrm>
          <a:prstGeom prst="rect">
            <a:avLst/>
          </a:prstGeom>
          <a:noFill/>
          <a:ln>
            <a:noFill/>
          </a:ln>
        </p:spPr>
        <p:txBody>
          <a:bodyPr spcFirstLastPara="1" wrap="square" lIns="123100" tIns="61525" rIns="123100" bIns="61525" anchor="ctr" anchorCtr="0">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6" name="Google Shape;76;p12"/>
          <p:cNvSpPr txBox="1">
            <a:spLocks noGrp="1"/>
          </p:cNvSpPr>
          <p:nvPr>
            <p:ph type="body" idx="1"/>
          </p:nvPr>
        </p:nvSpPr>
        <p:spPr>
          <a:xfrm rot="5400000">
            <a:off x="1305000" y="303900"/>
            <a:ext cx="9060900" cy="9591600"/>
          </a:xfrm>
          <a:prstGeom prst="rect">
            <a:avLst/>
          </a:prstGeom>
          <a:noFill/>
          <a:ln>
            <a:noFill/>
          </a:ln>
        </p:spPr>
        <p:txBody>
          <a:bodyPr spcFirstLastPara="1" wrap="square" lIns="123100" tIns="61525" rIns="123100" bIns="61525" anchor="t" anchorCtr="0">
            <a:normAutofit/>
          </a:bodyPr>
          <a:lstStyle>
            <a:lvl1pPr marL="457200" lvl="0" indent="-381000" algn="l">
              <a:lnSpc>
                <a:spcPct val="90000"/>
              </a:lnSpc>
              <a:spcBef>
                <a:spcPts val="1300"/>
              </a:spcBef>
              <a:spcAft>
                <a:spcPts val="0"/>
              </a:spcAft>
              <a:buClr>
                <a:schemeClr val="dk1"/>
              </a:buClr>
              <a:buSzPts val="2400"/>
              <a:buChar char="•"/>
              <a:defRPr/>
            </a:lvl1pPr>
            <a:lvl2pPr marL="914400" lvl="1" indent="-381000" algn="l">
              <a:lnSpc>
                <a:spcPct val="90000"/>
              </a:lnSpc>
              <a:spcBef>
                <a:spcPts val="700"/>
              </a:spcBef>
              <a:spcAft>
                <a:spcPts val="0"/>
              </a:spcAft>
              <a:buClr>
                <a:schemeClr val="dk1"/>
              </a:buClr>
              <a:buSzPts val="2400"/>
              <a:buChar char="•"/>
              <a:defRPr/>
            </a:lvl2pPr>
            <a:lvl3pPr marL="1371600" lvl="2" indent="-381000" algn="l">
              <a:lnSpc>
                <a:spcPct val="90000"/>
              </a:lnSpc>
              <a:spcBef>
                <a:spcPts val="700"/>
              </a:spcBef>
              <a:spcAft>
                <a:spcPts val="0"/>
              </a:spcAft>
              <a:buClr>
                <a:schemeClr val="dk1"/>
              </a:buClr>
              <a:buSzPts val="2400"/>
              <a:buChar char="•"/>
              <a:defRPr/>
            </a:lvl3pPr>
            <a:lvl4pPr marL="1828800" lvl="3" indent="-381000" algn="l">
              <a:lnSpc>
                <a:spcPct val="90000"/>
              </a:lnSpc>
              <a:spcBef>
                <a:spcPts val="700"/>
              </a:spcBef>
              <a:spcAft>
                <a:spcPts val="0"/>
              </a:spcAft>
              <a:buClr>
                <a:schemeClr val="dk1"/>
              </a:buClr>
              <a:buSzPts val="2400"/>
              <a:buChar char="•"/>
              <a:defRPr/>
            </a:lvl4pPr>
            <a:lvl5pPr marL="2286000" lvl="4" indent="-381000" algn="l">
              <a:lnSpc>
                <a:spcPct val="90000"/>
              </a:lnSpc>
              <a:spcBef>
                <a:spcPts val="700"/>
              </a:spcBef>
              <a:spcAft>
                <a:spcPts val="0"/>
              </a:spcAft>
              <a:buClr>
                <a:schemeClr val="dk1"/>
              </a:buClr>
              <a:buSzPts val="2400"/>
              <a:buChar char="•"/>
              <a:defRPr/>
            </a:lvl5pPr>
            <a:lvl6pPr marL="2743200" lvl="5" indent="-381000" algn="l">
              <a:lnSpc>
                <a:spcPct val="90000"/>
              </a:lnSpc>
              <a:spcBef>
                <a:spcPts val="700"/>
              </a:spcBef>
              <a:spcAft>
                <a:spcPts val="0"/>
              </a:spcAft>
              <a:buClr>
                <a:schemeClr val="dk1"/>
              </a:buClr>
              <a:buSzPts val="2400"/>
              <a:buChar char="•"/>
              <a:defRPr/>
            </a:lvl6pPr>
            <a:lvl7pPr marL="3200400" lvl="6" indent="-381000" algn="l">
              <a:lnSpc>
                <a:spcPct val="90000"/>
              </a:lnSpc>
              <a:spcBef>
                <a:spcPts val="700"/>
              </a:spcBef>
              <a:spcAft>
                <a:spcPts val="0"/>
              </a:spcAft>
              <a:buClr>
                <a:schemeClr val="dk1"/>
              </a:buClr>
              <a:buSzPts val="2400"/>
              <a:buChar char="•"/>
              <a:defRPr/>
            </a:lvl7pPr>
            <a:lvl8pPr marL="3657600" lvl="7" indent="-381000" algn="l">
              <a:lnSpc>
                <a:spcPct val="90000"/>
              </a:lnSpc>
              <a:spcBef>
                <a:spcPts val="700"/>
              </a:spcBef>
              <a:spcAft>
                <a:spcPts val="0"/>
              </a:spcAft>
              <a:buClr>
                <a:schemeClr val="dk1"/>
              </a:buClr>
              <a:buSzPts val="2400"/>
              <a:buChar char="•"/>
              <a:defRPr/>
            </a:lvl8pPr>
            <a:lvl9pPr marL="4114800" lvl="8" indent="-381000" algn="l">
              <a:lnSpc>
                <a:spcPct val="90000"/>
              </a:lnSpc>
              <a:spcBef>
                <a:spcPts val="700"/>
              </a:spcBef>
              <a:spcAft>
                <a:spcPts val="0"/>
              </a:spcAft>
              <a:buClr>
                <a:schemeClr val="dk1"/>
              </a:buClr>
              <a:buSzPts val="2400"/>
              <a:buChar char="•"/>
              <a:defRPr/>
            </a:lvl9pPr>
          </a:lstStyle>
          <a:p>
            <a:endParaRPr/>
          </a:p>
        </p:txBody>
      </p:sp>
      <p:sp>
        <p:nvSpPr>
          <p:cNvPr id="77" name="Google Shape;77;p12"/>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8" name="Google Shape;78;p12"/>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79" name="Google Shape;79;p12"/>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9500" y="569250"/>
            <a:ext cx="13041000" cy="2066700"/>
          </a:xfrm>
          <a:prstGeom prst="rect">
            <a:avLst/>
          </a:prstGeom>
          <a:noFill/>
          <a:ln>
            <a:noFill/>
          </a:ln>
        </p:spPr>
        <p:txBody>
          <a:bodyPr spcFirstLastPara="1" wrap="square" lIns="123100" tIns="61525" rIns="123100" bIns="61525" anchor="ctr" anchorCtr="0">
            <a:normAutofit/>
          </a:bodyPr>
          <a:lstStyle>
            <a:lvl1pPr marR="0" lvl="0" algn="l" rtl="0">
              <a:lnSpc>
                <a:spcPct val="90000"/>
              </a:lnSpc>
              <a:spcBef>
                <a:spcPts val="0"/>
              </a:spcBef>
              <a:spcAft>
                <a:spcPts val="0"/>
              </a:spcAft>
              <a:buClr>
                <a:schemeClr val="dk1"/>
              </a:buClr>
              <a:buSzPts val="5900"/>
              <a:buFont typeface="Arial"/>
              <a:buNone/>
              <a:defRPr sz="5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039500" y="2846250"/>
            <a:ext cx="13041000" cy="6783900"/>
          </a:xfrm>
          <a:prstGeom prst="rect">
            <a:avLst/>
          </a:prstGeom>
          <a:noFill/>
          <a:ln>
            <a:noFill/>
          </a:ln>
        </p:spPr>
        <p:txBody>
          <a:bodyPr spcFirstLastPara="1" wrap="square" lIns="123100" tIns="61525" rIns="123100" bIns="61525" anchor="t" anchorCtr="0">
            <a:normAutofit/>
          </a:bodyPr>
          <a:lstStyle>
            <a:lvl1pPr marL="457200" marR="0" lvl="0" indent="-469900" algn="l" rtl="0">
              <a:lnSpc>
                <a:spcPct val="90000"/>
              </a:lnSpc>
              <a:spcBef>
                <a:spcPts val="1300"/>
              </a:spcBef>
              <a:spcAft>
                <a:spcPts val="0"/>
              </a:spcAft>
              <a:buClr>
                <a:schemeClr val="dk1"/>
              </a:buClr>
              <a:buSzPts val="3800"/>
              <a:buFont typeface="Arial"/>
              <a:buChar char="•"/>
              <a:defRPr sz="3800" b="0" i="0" u="none" strike="noStrike" cap="none">
                <a:solidFill>
                  <a:schemeClr val="dk1"/>
                </a:solidFill>
                <a:latin typeface="Arial"/>
                <a:ea typeface="Arial"/>
                <a:cs typeface="Arial"/>
                <a:sym typeface="Arial"/>
              </a:defRPr>
            </a:lvl1pPr>
            <a:lvl2pPr marL="914400" marR="0" lvl="1" indent="-431800" algn="l" rtl="0">
              <a:lnSpc>
                <a:spcPct val="90000"/>
              </a:lnSpc>
              <a:spcBef>
                <a:spcPts val="7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2pPr>
            <a:lvl3pPr marL="1371600" marR="0" lvl="2" indent="-400050" algn="l" rtl="0">
              <a:lnSpc>
                <a:spcPct val="90000"/>
              </a:lnSpc>
              <a:spcBef>
                <a:spcPts val="7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3pPr>
            <a:lvl4pPr marL="1828800" marR="0" lvl="3"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L="2286000" marR="0" lvl="4"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L="2743200" marR="0" lvl="5"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rtl="0">
              <a:lnSpc>
                <a:spcPct val="90000"/>
              </a:lnSpc>
              <a:spcBef>
                <a:spcPts val="7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1039500" y="9909900"/>
            <a:ext cx="3402000" cy="569400"/>
          </a:xfrm>
          <a:prstGeom prst="rect">
            <a:avLst/>
          </a:prstGeom>
          <a:noFill/>
          <a:ln>
            <a:noFill/>
          </a:ln>
        </p:spPr>
        <p:txBody>
          <a:bodyPr spcFirstLastPara="1" wrap="square" lIns="123100" tIns="61525" rIns="123100" bIns="61525" anchor="ctr" anchorCtr="0">
            <a:noAutofit/>
          </a:bodyPr>
          <a:lstStyle>
            <a:lvl1pPr marR="0" lvl="0" algn="l" rtl="0">
              <a:lnSpc>
                <a:spcPct val="100000"/>
              </a:lnSpc>
              <a:spcBef>
                <a:spcPts val="0"/>
              </a:spcBef>
              <a:spcAft>
                <a:spcPts val="0"/>
              </a:spcAft>
              <a:buClr>
                <a:srgbClr val="000000"/>
              </a:buClr>
              <a:buSzPts val="1900"/>
              <a:buFont typeface="Arial"/>
              <a:buNone/>
              <a:defRPr sz="1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5008500" y="9909900"/>
            <a:ext cx="5103000" cy="569400"/>
          </a:xfrm>
          <a:prstGeom prst="rect">
            <a:avLst/>
          </a:prstGeom>
          <a:noFill/>
          <a:ln>
            <a:noFill/>
          </a:ln>
        </p:spPr>
        <p:txBody>
          <a:bodyPr spcFirstLastPara="1" wrap="square" lIns="123100" tIns="61525" rIns="123100" bIns="61525" anchor="ctr" anchorCtr="0">
            <a:noAutofit/>
          </a:bodyPr>
          <a:lstStyle>
            <a:lvl1pPr marR="0" lvl="0" algn="ctr" rtl="0">
              <a:lnSpc>
                <a:spcPct val="100000"/>
              </a:lnSpc>
              <a:spcBef>
                <a:spcPts val="0"/>
              </a:spcBef>
              <a:spcAft>
                <a:spcPts val="0"/>
              </a:spcAft>
              <a:buClr>
                <a:srgbClr val="000000"/>
              </a:buClr>
              <a:buSzPts val="1900"/>
              <a:buFont typeface="Arial"/>
              <a:buNone/>
              <a:defRPr sz="1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10678500" y="9909900"/>
            <a:ext cx="3402000" cy="569400"/>
          </a:xfrm>
          <a:prstGeom prst="rect">
            <a:avLst/>
          </a:prstGeom>
          <a:noFill/>
          <a:ln>
            <a:noFill/>
          </a:ln>
        </p:spPr>
        <p:txBody>
          <a:bodyPr spcFirstLastPara="1" wrap="square" lIns="123100" tIns="61525" rIns="123100" bIns="61525" anchor="ctr" anchorCtr="0">
            <a:noAutofit/>
          </a:bodyPr>
          <a:lstStyle>
            <a:lvl1pPr marL="0" marR="0" lvl="0"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600"/>
              <a:buFont typeface="Arial"/>
              <a:buNone/>
              <a:defRPr sz="1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13" Type="http://schemas.openxmlformats.org/officeDocument/2006/relationships/image" Target="../media/image3.png"/><Relationship Id="rId18" Type="http://schemas.openxmlformats.org/officeDocument/2006/relationships/image" Target="../media/image28.jpg"/><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27.png"/><Relationship Id="rId20" Type="http://schemas.openxmlformats.org/officeDocument/2006/relationships/image" Target="../media/image30.jpg"/><Relationship Id="rId29" Type="http://schemas.openxmlformats.org/officeDocument/2006/relationships/image" Target="../media/image39.png"/><Relationship Id="rId41"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jpg"/><Relationship Id="rId40" Type="http://schemas.openxmlformats.org/officeDocument/2006/relationships/image" Target="../media/image50.png"/><Relationship Id="rId5" Type="http://schemas.openxmlformats.org/officeDocument/2006/relationships/image" Target="../media/image18.png"/><Relationship Id="rId15" Type="http://schemas.openxmlformats.org/officeDocument/2006/relationships/image" Target="../media/image26.png"/><Relationship Id="rId23" Type="http://schemas.openxmlformats.org/officeDocument/2006/relationships/image" Target="../media/image33.png"/><Relationship Id="rId28" Type="http://schemas.openxmlformats.org/officeDocument/2006/relationships/image" Target="../media/image38.jpg"/><Relationship Id="rId36" Type="http://schemas.openxmlformats.org/officeDocument/2006/relationships/image" Target="../media/image46.jpg"/><Relationship Id="rId10" Type="http://schemas.openxmlformats.org/officeDocument/2006/relationships/image" Target="../media/image23.png"/><Relationship Id="rId19" Type="http://schemas.openxmlformats.org/officeDocument/2006/relationships/image" Target="../media/image29.jpg"/><Relationship Id="rId31" Type="http://schemas.openxmlformats.org/officeDocument/2006/relationships/image" Target="../media/image4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5.png"/><Relationship Id="rId22" Type="http://schemas.openxmlformats.org/officeDocument/2006/relationships/image" Target="../media/image32.png"/><Relationship Id="rId27" Type="http://schemas.openxmlformats.org/officeDocument/2006/relationships/image" Target="../media/image37.jp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9.png"/><Relationship Id="rId8" Type="http://schemas.openxmlformats.org/officeDocument/2006/relationships/image" Target="../media/image21.png"/><Relationship Id="rId3" Type="http://schemas.openxmlformats.org/officeDocument/2006/relationships/image" Target="../media/image16.png"/><Relationship Id="rId12" Type="http://schemas.openxmlformats.org/officeDocument/2006/relationships/image" Target="../media/image2.png"/><Relationship Id="rId17" Type="http://schemas.openxmlformats.org/officeDocument/2006/relationships/image" Target="../media/image1.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B6F73FE-8C2E-952D-B3B1-F5C1886315F4}"/>
              </a:ext>
            </a:extLst>
          </p:cNvPr>
          <p:cNvSpPr/>
          <p:nvPr/>
        </p:nvSpPr>
        <p:spPr>
          <a:xfrm>
            <a:off x="69502" y="852257"/>
            <a:ext cx="3015019" cy="1783315"/>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4" name="Google Shape;194;p13"/>
          <p:cNvPicPr preferRelativeResize="0"/>
          <p:nvPr/>
        </p:nvPicPr>
        <p:blipFill rotWithShape="1">
          <a:blip r:embed="rId3">
            <a:alphaModFix/>
          </a:blip>
          <a:srcRect/>
          <a:stretch/>
        </p:blipFill>
        <p:spPr>
          <a:xfrm>
            <a:off x="2053947" y="1886070"/>
            <a:ext cx="703719" cy="694870"/>
          </a:xfrm>
          <a:prstGeom prst="rect">
            <a:avLst/>
          </a:prstGeom>
          <a:noFill/>
          <a:ln>
            <a:noFill/>
          </a:ln>
        </p:spPr>
      </p:pic>
      <p:pic>
        <p:nvPicPr>
          <p:cNvPr id="175" name="Google Shape;175;p13"/>
          <p:cNvPicPr preferRelativeResize="0"/>
          <p:nvPr/>
        </p:nvPicPr>
        <p:blipFill rotWithShape="1">
          <a:blip r:embed="rId4">
            <a:alphaModFix/>
          </a:blip>
          <a:srcRect l="17918" r="14520"/>
          <a:stretch/>
        </p:blipFill>
        <p:spPr>
          <a:xfrm>
            <a:off x="141625" y="1949927"/>
            <a:ext cx="506508" cy="547309"/>
          </a:xfrm>
          <a:prstGeom prst="rect">
            <a:avLst/>
          </a:prstGeom>
          <a:noFill/>
          <a:ln>
            <a:noFill/>
          </a:ln>
        </p:spPr>
      </p:pic>
      <p:sp>
        <p:nvSpPr>
          <p:cNvPr id="12" name="四角形: 角を丸くする 11">
            <a:extLst>
              <a:ext uri="{FF2B5EF4-FFF2-40B4-BE49-F238E27FC236}">
                <a16:creationId xmlns:a16="http://schemas.microsoft.com/office/drawing/2014/main" id="{F87D499E-75CF-FB5C-26BD-D79437B220A1}"/>
              </a:ext>
            </a:extLst>
          </p:cNvPr>
          <p:cNvSpPr/>
          <p:nvPr/>
        </p:nvSpPr>
        <p:spPr>
          <a:xfrm>
            <a:off x="27824" y="736266"/>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Google Shape;94;p13"/>
          <p:cNvSpPr txBox="1"/>
          <p:nvPr/>
        </p:nvSpPr>
        <p:spPr>
          <a:xfrm>
            <a:off x="0" y="1078001"/>
            <a:ext cx="2278200" cy="27814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000" b="0" i="0" u="none" strike="noStrike" cap="none" dirty="0">
                <a:solidFill>
                  <a:srgbClr val="000000"/>
                </a:solidFill>
                <a:latin typeface="Meiryo"/>
                <a:ea typeface="Meiryo"/>
                <a:cs typeface="Meiryo"/>
                <a:sym typeface="Meiryo"/>
              </a:rPr>
              <a:t>チームメンバー</a:t>
            </a:r>
            <a:endParaRPr sz="1000" b="0" i="0" u="none" strike="noStrike" cap="none" dirty="0">
              <a:solidFill>
                <a:srgbClr val="000000"/>
              </a:solidFill>
              <a:latin typeface="Meiryo"/>
              <a:ea typeface="Meiryo"/>
              <a:cs typeface="Meiryo"/>
              <a:sym typeface="Meiryo"/>
            </a:endParaRPr>
          </a:p>
        </p:txBody>
      </p:sp>
      <p:sp>
        <p:nvSpPr>
          <p:cNvPr id="95" name="Google Shape;95;p13"/>
          <p:cNvSpPr txBox="1"/>
          <p:nvPr/>
        </p:nvSpPr>
        <p:spPr>
          <a:xfrm>
            <a:off x="9746" y="1244464"/>
            <a:ext cx="2479454" cy="27814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000" b="0" i="0" u="none" strike="noStrike" cap="none" dirty="0">
                <a:solidFill>
                  <a:srgbClr val="000000"/>
                </a:solidFill>
                <a:latin typeface="Meiryo"/>
                <a:ea typeface="Meiryo"/>
                <a:cs typeface="Meiryo"/>
                <a:sym typeface="Meiryo"/>
              </a:rPr>
              <a:t>栗</a:t>
            </a:r>
            <a:r>
              <a:rPr lang="ja-JP" sz="1000" b="0" i="0" u="none" strike="noStrike" cap="none" dirty="0">
                <a:solidFill>
                  <a:srgbClr val="202124"/>
                </a:solidFill>
                <a:highlight>
                  <a:srgbClr val="FFFFFF"/>
                </a:highlight>
                <a:latin typeface="Meiryo"/>
                <a:ea typeface="Meiryo"/>
                <a:cs typeface="Meiryo"/>
                <a:sym typeface="Meiryo"/>
              </a:rPr>
              <a:t>﨑</a:t>
            </a:r>
            <a:r>
              <a:rPr lang="ja-JP" sz="1000" b="0" i="0" u="none" strike="noStrike" cap="none" dirty="0">
                <a:solidFill>
                  <a:srgbClr val="000000"/>
                </a:solidFill>
                <a:latin typeface="Meiryo"/>
                <a:ea typeface="Meiryo"/>
                <a:cs typeface="Meiryo"/>
                <a:sym typeface="Meiryo"/>
              </a:rPr>
              <a:t>結大</a:t>
            </a:r>
            <a:r>
              <a:rPr lang="ja-JP" altLang="ja-JP" sz="1000" b="0" i="0" u="none" strike="noStrike" cap="none" dirty="0">
                <a:solidFill>
                  <a:srgbClr val="000000"/>
                </a:solidFill>
                <a:latin typeface="Meiryo"/>
                <a:ea typeface="Meiryo"/>
                <a:cs typeface="Meiryo"/>
                <a:sym typeface="Meiryo"/>
              </a:rPr>
              <a:t>/末広昊暉</a:t>
            </a:r>
            <a:r>
              <a:rPr lang="ja-JP" sz="1000" b="0" i="0" u="none" strike="noStrike" cap="none" dirty="0">
                <a:solidFill>
                  <a:srgbClr val="000000"/>
                </a:solidFill>
                <a:latin typeface="Meiryo"/>
                <a:ea typeface="Meiryo"/>
                <a:cs typeface="Meiryo"/>
                <a:sym typeface="Meiryo"/>
              </a:rPr>
              <a:t>/木村真生喜/藤田海</a:t>
            </a:r>
            <a:endParaRPr sz="1000" b="0" i="0" u="none" strike="noStrike" cap="none" dirty="0">
              <a:solidFill>
                <a:srgbClr val="000000"/>
              </a:solidFill>
              <a:latin typeface="Meiryo"/>
              <a:ea typeface="Meiryo"/>
              <a:cs typeface="Meiryo"/>
              <a:sym typeface="Meiryo"/>
            </a:endParaRPr>
          </a:p>
        </p:txBody>
      </p:sp>
      <p:sp>
        <p:nvSpPr>
          <p:cNvPr id="96" name="Google Shape;96;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7" name="Google Shape;9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98" name="Google Shape;98;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9" name="Google Shape;99;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0" name="Google Shape;100;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1" name="Google Shape;101;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2" name="Google Shape;102;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3" name="Google Shape;103;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4" name="Google Shape;104;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5" name="Google Shape;105;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6" name="Google Shape;106;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7" name="Google Shape;10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8" name="Google Shape;108;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9" name="Google Shape;109;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0" name="Google Shape;110;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1" name="Google Shape;111;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2" name="Google Shape;112;p13"/>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3" name="Google Shape;113;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4" name="Google Shape;114;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5" name="Google Shape;115;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6" name="Google Shape;116;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7" name="Google Shape;117;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8" name="Google Shape;118;p13"/>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9" name="Google Shape;119;p13"/>
          <p:cNvSpPr/>
          <p:nvPr/>
        </p:nvSpPr>
        <p:spPr>
          <a:xfrm>
            <a:off x="170400" y="13195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20" name="Google Shape;120;p13"/>
          <p:cNvSpPr txBox="1"/>
          <p:nvPr/>
        </p:nvSpPr>
        <p:spPr>
          <a:xfrm>
            <a:off x="61366" y="1500914"/>
            <a:ext cx="569400"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000" b="0" i="0" u="none" strike="noStrike" cap="none" dirty="0">
                <a:solidFill>
                  <a:srgbClr val="000000"/>
                </a:solidFill>
                <a:latin typeface="Meiryo"/>
                <a:ea typeface="Meiryo"/>
                <a:cs typeface="Meiryo"/>
                <a:sym typeface="Meiryo"/>
              </a:rPr>
              <a:t>所属</a:t>
            </a:r>
            <a:endParaRPr sz="900" b="0" i="0" u="none" strike="noStrike" cap="none" dirty="0">
              <a:solidFill>
                <a:srgbClr val="000000"/>
              </a:solidFill>
              <a:latin typeface="Arial"/>
              <a:ea typeface="Arial"/>
              <a:cs typeface="Arial"/>
              <a:sym typeface="Arial"/>
            </a:endParaRPr>
          </a:p>
        </p:txBody>
      </p:sp>
      <p:sp>
        <p:nvSpPr>
          <p:cNvPr id="121" name="Google Shape;121;p13"/>
          <p:cNvSpPr txBox="1"/>
          <p:nvPr/>
        </p:nvSpPr>
        <p:spPr>
          <a:xfrm>
            <a:off x="43711" y="1664675"/>
            <a:ext cx="2387100"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000" b="0" i="0" u="none" strike="noStrike" cap="none" dirty="0">
                <a:solidFill>
                  <a:srgbClr val="000000"/>
                </a:solidFill>
                <a:latin typeface="Meiryo"/>
                <a:ea typeface="Meiryo"/>
                <a:cs typeface="Meiryo"/>
                <a:sym typeface="Meiryo"/>
              </a:rPr>
              <a:t>福岡ノード/九州ブロック</a:t>
            </a:r>
            <a:endParaRPr sz="900" b="0" i="0" u="none" strike="noStrike" cap="none" dirty="0">
              <a:solidFill>
                <a:srgbClr val="000000"/>
              </a:solidFill>
              <a:latin typeface="Arial"/>
              <a:ea typeface="Arial"/>
              <a:cs typeface="Arial"/>
              <a:sym typeface="Arial"/>
            </a:endParaRPr>
          </a:p>
        </p:txBody>
      </p:sp>
      <p:sp>
        <p:nvSpPr>
          <p:cNvPr id="176" name="Google Shape;176;p13"/>
          <p:cNvSpPr txBox="1"/>
          <p:nvPr/>
        </p:nvSpPr>
        <p:spPr>
          <a:xfrm>
            <a:off x="10849472" y="332055"/>
            <a:ext cx="4269877"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rgbClr val="000000"/>
                </a:solidFill>
                <a:latin typeface="Meiryo"/>
                <a:ea typeface="Meiryo"/>
                <a:cs typeface="Meiryo"/>
                <a:sym typeface="Meiryo"/>
              </a:rPr>
              <a:t>私たちのチームでは、板や３ＤプリンターのデータをAutdek-fusionというソフトを使って設計しています</a:t>
            </a:r>
            <a:r>
              <a:rPr lang="ja-JP" altLang="en-US" sz="900" dirty="0">
                <a:latin typeface="Meiryo"/>
                <a:ea typeface="Meiryo"/>
                <a:cs typeface="Meiryo"/>
                <a:sym typeface="Meiryo"/>
              </a:rPr>
              <a:t>。</a:t>
            </a:r>
            <a:r>
              <a:rPr lang="ja-JP" altLang="en-US" sz="900" b="0" i="0" u="none" strike="noStrike" cap="none" dirty="0">
                <a:solidFill>
                  <a:srgbClr val="000000"/>
                </a:solidFill>
                <a:latin typeface="Meiryo"/>
                <a:ea typeface="Meiryo"/>
                <a:cs typeface="Meiryo"/>
                <a:sym typeface="Meiryo"/>
              </a:rPr>
              <a:t>回路の製作では、</a:t>
            </a:r>
            <a:r>
              <a:rPr lang="en-US" altLang="ja-JP" sz="900" b="0" i="0" u="none" strike="noStrike" cap="none" dirty="0" err="1">
                <a:solidFill>
                  <a:srgbClr val="000000"/>
                </a:solidFill>
                <a:latin typeface="Meiryo"/>
                <a:ea typeface="Meiryo"/>
                <a:cs typeface="Meiryo"/>
                <a:sym typeface="Meiryo"/>
              </a:rPr>
              <a:t>Kicad</a:t>
            </a:r>
            <a:r>
              <a:rPr lang="ja-JP" altLang="en-US" sz="900" b="0" i="0" u="none" strike="noStrike" cap="none" dirty="0">
                <a:solidFill>
                  <a:srgbClr val="000000"/>
                </a:solidFill>
                <a:latin typeface="Meiryo"/>
                <a:ea typeface="Meiryo"/>
                <a:cs typeface="Meiryo"/>
                <a:sym typeface="Meiryo"/>
              </a:rPr>
              <a:t>というソフトを使って、正確な基盤を作っています。それらのプログラムは</a:t>
            </a:r>
            <a:r>
              <a:rPr lang="en-US" altLang="ja-JP" sz="900" b="0" i="0" u="none" strike="noStrike" cap="none" dirty="0" err="1">
                <a:solidFill>
                  <a:srgbClr val="000000"/>
                </a:solidFill>
                <a:latin typeface="Meiryo"/>
                <a:ea typeface="Meiryo"/>
                <a:cs typeface="Meiryo"/>
                <a:sym typeface="Meiryo"/>
              </a:rPr>
              <a:t>visualstudio</a:t>
            </a:r>
            <a:r>
              <a:rPr lang="ja-JP" altLang="en-US" sz="900" b="0" i="0" u="none" strike="noStrike" cap="none" dirty="0">
                <a:solidFill>
                  <a:srgbClr val="000000"/>
                </a:solidFill>
                <a:latin typeface="Meiryo"/>
                <a:ea typeface="Meiryo"/>
                <a:cs typeface="Meiryo"/>
                <a:sym typeface="Meiryo"/>
              </a:rPr>
              <a:t>で組んでいます</a:t>
            </a:r>
          </a:p>
        </p:txBody>
      </p:sp>
      <p:pic>
        <p:nvPicPr>
          <p:cNvPr id="182" name="Google Shape;182;p13"/>
          <p:cNvPicPr preferRelativeResize="0"/>
          <p:nvPr/>
        </p:nvPicPr>
        <p:blipFill rotWithShape="1">
          <a:blip r:embed="rId5">
            <a:alphaModFix/>
          </a:blip>
          <a:srcRect/>
          <a:stretch/>
        </p:blipFill>
        <p:spPr>
          <a:xfrm>
            <a:off x="12193579" y="763505"/>
            <a:ext cx="1004816" cy="1008335"/>
          </a:xfrm>
          <a:prstGeom prst="rect">
            <a:avLst/>
          </a:prstGeom>
          <a:noFill/>
          <a:ln>
            <a:noFill/>
          </a:ln>
        </p:spPr>
      </p:pic>
      <p:pic>
        <p:nvPicPr>
          <p:cNvPr id="289" name="Google Shape;289;p13"/>
          <p:cNvPicPr preferRelativeResize="0"/>
          <p:nvPr/>
        </p:nvPicPr>
        <p:blipFill rotWithShape="1">
          <a:blip r:embed="rId6">
            <a:alphaModFix/>
          </a:blip>
          <a:srcRect/>
          <a:stretch/>
        </p:blipFill>
        <p:spPr>
          <a:xfrm>
            <a:off x="13153833" y="829847"/>
            <a:ext cx="884615" cy="885277"/>
          </a:xfrm>
          <a:prstGeom prst="rect">
            <a:avLst/>
          </a:prstGeom>
          <a:noFill/>
          <a:ln>
            <a:noFill/>
          </a:ln>
        </p:spPr>
      </p:pic>
      <p:pic>
        <p:nvPicPr>
          <p:cNvPr id="290" name="Google Shape;290;p13"/>
          <p:cNvPicPr preferRelativeResize="0"/>
          <p:nvPr/>
        </p:nvPicPr>
        <p:blipFill rotWithShape="1">
          <a:blip r:embed="rId7">
            <a:alphaModFix/>
          </a:blip>
          <a:srcRect/>
          <a:stretch/>
        </p:blipFill>
        <p:spPr>
          <a:xfrm>
            <a:off x="14099813" y="937026"/>
            <a:ext cx="729325" cy="649740"/>
          </a:xfrm>
          <a:prstGeom prst="rect">
            <a:avLst/>
          </a:prstGeom>
          <a:noFill/>
          <a:ln>
            <a:noFill/>
          </a:ln>
        </p:spPr>
      </p:pic>
      <p:pic>
        <p:nvPicPr>
          <p:cNvPr id="1026" name="Picture 2">
            <a:extLst>
              <a:ext uri="{FF2B5EF4-FFF2-40B4-BE49-F238E27FC236}">
                <a16:creationId xmlns:a16="http://schemas.microsoft.com/office/drawing/2014/main" id="{EF8A8F70-EB31-9DEF-359E-8132177BB84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136" t="35127" r="9571" b="34193"/>
          <a:stretch/>
        </p:blipFill>
        <p:spPr bwMode="auto">
          <a:xfrm>
            <a:off x="0" y="0"/>
            <a:ext cx="2517355" cy="702628"/>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3"/>
          <p:cNvSpPr txBox="1"/>
          <p:nvPr/>
        </p:nvSpPr>
        <p:spPr>
          <a:xfrm>
            <a:off x="1817749" y="516151"/>
            <a:ext cx="16500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1" i="0" u="none" strike="noStrike" cap="none" dirty="0">
                <a:solidFill>
                  <a:srgbClr val="13254B"/>
                </a:solidFill>
                <a:latin typeface="Meiryo"/>
                <a:ea typeface="Meiryo"/>
                <a:cs typeface="Meiryo"/>
                <a:sym typeface="Meiryo"/>
              </a:rPr>
              <a:t>宗像高等学校</a:t>
            </a:r>
            <a:endParaRPr sz="1500" b="1" i="0" u="none" strike="noStrike" cap="none" dirty="0">
              <a:solidFill>
                <a:srgbClr val="13254B"/>
              </a:solidFill>
              <a:latin typeface="Meiryo"/>
              <a:ea typeface="Meiryo"/>
              <a:cs typeface="Meiryo"/>
              <a:sym typeface="Meiryo"/>
            </a:endParaRPr>
          </a:p>
        </p:txBody>
      </p:sp>
      <p:cxnSp>
        <p:nvCxnSpPr>
          <p:cNvPr id="3" name="直線コネクタ 2">
            <a:extLst>
              <a:ext uri="{FF2B5EF4-FFF2-40B4-BE49-F238E27FC236}">
                <a16:creationId xmlns:a16="http://schemas.microsoft.com/office/drawing/2014/main" id="{DD720958-91B4-9879-54E9-D368407C8839}"/>
              </a:ext>
            </a:extLst>
          </p:cNvPr>
          <p:cNvCxnSpPr>
            <a:cxnSpLocks/>
          </p:cNvCxnSpPr>
          <p:nvPr/>
        </p:nvCxnSpPr>
        <p:spPr>
          <a:xfrm>
            <a:off x="148783" y="988542"/>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5" name="Google Shape;94;p13">
            <a:extLst>
              <a:ext uri="{FF2B5EF4-FFF2-40B4-BE49-F238E27FC236}">
                <a16:creationId xmlns:a16="http://schemas.microsoft.com/office/drawing/2014/main" id="{0F848F2E-09F9-7CC0-58A2-A2510E3F63E9}"/>
              </a:ext>
            </a:extLst>
          </p:cNvPr>
          <p:cNvSpPr txBox="1"/>
          <p:nvPr/>
        </p:nvSpPr>
        <p:spPr>
          <a:xfrm>
            <a:off x="167559" y="725003"/>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1" i="0" strike="noStrike" cap="none" dirty="0">
                <a:solidFill>
                  <a:schemeClr val="tx1"/>
                </a:solidFill>
                <a:latin typeface="Meiryo"/>
                <a:ea typeface="Meiryo"/>
                <a:cs typeface="Meiryo"/>
                <a:sym typeface="Meiryo"/>
              </a:rPr>
              <a:t>チーム</a:t>
            </a:r>
            <a:r>
              <a:rPr lang="ja-JP" altLang="en-US" sz="1500" b="1" i="0" strike="noStrike" cap="none" dirty="0">
                <a:solidFill>
                  <a:schemeClr val="tx1"/>
                </a:solidFill>
                <a:latin typeface="Meiryo"/>
                <a:ea typeface="Meiryo"/>
                <a:cs typeface="Meiryo"/>
                <a:sym typeface="Meiryo"/>
              </a:rPr>
              <a:t>情報</a:t>
            </a:r>
            <a:endParaRPr sz="1500" b="1" i="0" strike="noStrike" cap="none" dirty="0">
              <a:solidFill>
                <a:schemeClr val="tx1"/>
              </a:solidFill>
              <a:latin typeface="Meiryo"/>
              <a:ea typeface="Meiryo"/>
              <a:cs typeface="Meiryo"/>
              <a:sym typeface="Meiryo"/>
            </a:endParaRPr>
          </a:p>
        </p:txBody>
      </p:sp>
      <p:sp>
        <p:nvSpPr>
          <p:cNvPr id="8" name="フローチャート: 結合子 7">
            <a:extLst>
              <a:ext uri="{FF2B5EF4-FFF2-40B4-BE49-F238E27FC236}">
                <a16:creationId xmlns:a16="http://schemas.microsoft.com/office/drawing/2014/main" id="{06B11319-ED15-E718-F7A2-23CF5965B61C}"/>
              </a:ext>
            </a:extLst>
          </p:cNvPr>
          <p:cNvSpPr/>
          <p:nvPr/>
        </p:nvSpPr>
        <p:spPr>
          <a:xfrm>
            <a:off x="1353304" y="890797"/>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フローチャート: 結合子 10">
            <a:extLst>
              <a:ext uri="{FF2B5EF4-FFF2-40B4-BE49-F238E27FC236}">
                <a16:creationId xmlns:a16="http://schemas.microsoft.com/office/drawing/2014/main" id="{33267207-B194-A78F-00DE-078D8C303CBF}"/>
              </a:ext>
            </a:extLst>
          </p:cNvPr>
          <p:cNvSpPr/>
          <p:nvPr/>
        </p:nvSpPr>
        <p:spPr>
          <a:xfrm>
            <a:off x="27824" y="901271"/>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Google Shape;193;p13">
            <a:extLst>
              <a:ext uri="{FF2B5EF4-FFF2-40B4-BE49-F238E27FC236}">
                <a16:creationId xmlns:a16="http://schemas.microsoft.com/office/drawing/2014/main" id="{E939BED8-9546-1587-2DA1-3E86410D8E39}"/>
              </a:ext>
            </a:extLst>
          </p:cNvPr>
          <p:cNvSpPr txBox="1"/>
          <p:nvPr/>
        </p:nvSpPr>
        <p:spPr>
          <a:xfrm>
            <a:off x="601889" y="2082398"/>
            <a:ext cx="1318321"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000" b="0" i="0" u="none" strike="noStrike" cap="none" dirty="0">
                <a:solidFill>
                  <a:srgbClr val="000000"/>
                </a:solidFill>
                <a:latin typeface="Meiryo"/>
                <a:ea typeface="Meiryo"/>
                <a:cs typeface="Meiryo"/>
                <a:sym typeface="Meiryo"/>
              </a:rPr>
              <a:t>@Munakou_Aegis</a:t>
            </a:r>
            <a:endParaRPr sz="1000" b="0" i="0" u="none" strike="noStrike" cap="none" dirty="0">
              <a:solidFill>
                <a:srgbClr val="000000"/>
              </a:solidFill>
              <a:latin typeface="Meiryo"/>
              <a:ea typeface="Meiryo"/>
              <a:cs typeface="Meiryo"/>
              <a:sym typeface="Meiryo"/>
            </a:endParaRPr>
          </a:p>
        </p:txBody>
      </p:sp>
      <p:sp>
        <p:nvSpPr>
          <p:cNvPr id="43" name="四角形: 角を丸くする 42">
            <a:extLst>
              <a:ext uri="{FF2B5EF4-FFF2-40B4-BE49-F238E27FC236}">
                <a16:creationId xmlns:a16="http://schemas.microsoft.com/office/drawing/2014/main" id="{4D79E6A5-C621-ACD2-772A-5852A8D90089}"/>
              </a:ext>
            </a:extLst>
          </p:cNvPr>
          <p:cNvSpPr/>
          <p:nvPr/>
        </p:nvSpPr>
        <p:spPr>
          <a:xfrm>
            <a:off x="5390115" y="128247"/>
            <a:ext cx="5321428" cy="2507321"/>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四角形: 角を丸くする 43">
            <a:extLst>
              <a:ext uri="{FF2B5EF4-FFF2-40B4-BE49-F238E27FC236}">
                <a16:creationId xmlns:a16="http://schemas.microsoft.com/office/drawing/2014/main" id="{05A66B46-8742-7BDD-98A4-78986CB33608}"/>
              </a:ext>
            </a:extLst>
          </p:cNvPr>
          <p:cNvSpPr/>
          <p:nvPr/>
        </p:nvSpPr>
        <p:spPr>
          <a:xfrm>
            <a:off x="5318896" y="4596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コネクタ 48">
            <a:extLst>
              <a:ext uri="{FF2B5EF4-FFF2-40B4-BE49-F238E27FC236}">
                <a16:creationId xmlns:a16="http://schemas.microsoft.com/office/drawing/2014/main" id="{A5CA89D9-C22F-6CE8-E66B-637559A4EA1A}"/>
              </a:ext>
            </a:extLst>
          </p:cNvPr>
          <p:cNvCxnSpPr>
            <a:cxnSpLocks/>
          </p:cNvCxnSpPr>
          <p:nvPr/>
        </p:nvCxnSpPr>
        <p:spPr>
          <a:xfrm>
            <a:off x="5439855" y="29823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50" name="Google Shape;94;p13">
            <a:extLst>
              <a:ext uri="{FF2B5EF4-FFF2-40B4-BE49-F238E27FC236}">
                <a16:creationId xmlns:a16="http://schemas.microsoft.com/office/drawing/2014/main" id="{399E64B6-D099-891F-48C1-F272956DA07D}"/>
              </a:ext>
            </a:extLst>
          </p:cNvPr>
          <p:cNvSpPr txBox="1"/>
          <p:nvPr/>
        </p:nvSpPr>
        <p:spPr>
          <a:xfrm>
            <a:off x="5584904" y="10932"/>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搭載部品</a:t>
            </a:r>
            <a:endParaRPr sz="1500" b="1" i="0" strike="noStrike" cap="none" dirty="0">
              <a:solidFill>
                <a:schemeClr val="tx1"/>
              </a:solidFill>
              <a:latin typeface="Meiryo"/>
              <a:ea typeface="Meiryo"/>
              <a:cs typeface="Meiryo"/>
              <a:sym typeface="Meiryo"/>
            </a:endParaRPr>
          </a:p>
        </p:txBody>
      </p:sp>
      <p:sp>
        <p:nvSpPr>
          <p:cNvPr id="51" name="フローチャート: 結合子 50">
            <a:extLst>
              <a:ext uri="{FF2B5EF4-FFF2-40B4-BE49-F238E27FC236}">
                <a16:creationId xmlns:a16="http://schemas.microsoft.com/office/drawing/2014/main" id="{28104841-E0DC-C6FB-14F2-B80D469ABCE7}"/>
              </a:ext>
            </a:extLst>
          </p:cNvPr>
          <p:cNvSpPr/>
          <p:nvPr/>
        </p:nvSpPr>
        <p:spPr>
          <a:xfrm>
            <a:off x="6644376" y="20049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2" name="フローチャート: 結合子 51">
            <a:extLst>
              <a:ext uri="{FF2B5EF4-FFF2-40B4-BE49-F238E27FC236}">
                <a16:creationId xmlns:a16="http://schemas.microsoft.com/office/drawing/2014/main" id="{74D67DE1-44B2-53C9-559C-2E8BBAD8AF21}"/>
              </a:ext>
            </a:extLst>
          </p:cNvPr>
          <p:cNvSpPr/>
          <p:nvPr/>
        </p:nvSpPr>
        <p:spPr>
          <a:xfrm>
            <a:off x="5318896" y="21096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7" name="四角形: 角を丸くする 66">
            <a:extLst>
              <a:ext uri="{FF2B5EF4-FFF2-40B4-BE49-F238E27FC236}">
                <a16:creationId xmlns:a16="http://schemas.microsoft.com/office/drawing/2014/main" id="{5235E691-B5F9-0FA4-1B99-46BCF9EA626F}"/>
              </a:ext>
            </a:extLst>
          </p:cNvPr>
          <p:cNvSpPr/>
          <p:nvPr/>
        </p:nvSpPr>
        <p:spPr>
          <a:xfrm>
            <a:off x="10842171" y="131951"/>
            <a:ext cx="4230985" cy="1532724"/>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四角形: 角を丸くする 67">
            <a:extLst>
              <a:ext uri="{FF2B5EF4-FFF2-40B4-BE49-F238E27FC236}">
                <a16:creationId xmlns:a16="http://schemas.microsoft.com/office/drawing/2014/main" id="{9C4756DD-C52F-E943-148B-205B14780F6C}"/>
              </a:ext>
            </a:extLst>
          </p:cNvPr>
          <p:cNvSpPr/>
          <p:nvPr/>
        </p:nvSpPr>
        <p:spPr>
          <a:xfrm>
            <a:off x="10774340" y="4596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コネクタ 68">
            <a:extLst>
              <a:ext uri="{FF2B5EF4-FFF2-40B4-BE49-F238E27FC236}">
                <a16:creationId xmlns:a16="http://schemas.microsoft.com/office/drawing/2014/main" id="{7C85C94C-BC95-EBB6-0738-041135092C48}"/>
              </a:ext>
            </a:extLst>
          </p:cNvPr>
          <p:cNvCxnSpPr>
            <a:cxnSpLocks/>
          </p:cNvCxnSpPr>
          <p:nvPr/>
        </p:nvCxnSpPr>
        <p:spPr>
          <a:xfrm>
            <a:off x="10895299" y="29823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70" name="Google Shape;94;p13">
            <a:extLst>
              <a:ext uri="{FF2B5EF4-FFF2-40B4-BE49-F238E27FC236}">
                <a16:creationId xmlns:a16="http://schemas.microsoft.com/office/drawing/2014/main" id="{FE768E54-CA66-59A3-03CB-25EDF16816A9}"/>
              </a:ext>
            </a:extLst>
          </p:cNvPr>
          <p:cNvSpPr txBox="1"/>
          <p:nvPr/>
        </p:nvSpPr>
        <p:spPr>
          <a:xfrm>
            <a:off x="10914075" y="34700"/>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使用ソフト</a:t>
            </a:r>
            <a:endParaRPr sz="1500" b="1" i="0" strike="noStrike" cap="none" dirty="0">
              <a:solidFill>
                <a:schemeClr val="tx1"/>
              </a:solidFill>
              <a:latin typeface="Meiryo"/>
              <a:ea typeface="Meiryo"/>
              <a:cs typeface="Meiryo"/>
              <a:sym typeface="Meiryo"/>
            </a:endParaRPr>
          </a:p>
        </p:txBody>
      </p:sp>
      <p:sp>
        <p:nvSpPr>
          <p:cNvPr id="71" name="フローチャート: 結合子 70">
            <a:extLst>
              <a:ext uri="{FF2B5EF4-FFF2-40B4-BE49-F238E27FC236}">
                <a16:creationId xmlns:a16="http://schemas.microsoft.com/office/drawing/2014/main" id="{A92B3CB9-AADE-C000-57E0-C90963DF5D69}"/>
              </a:ext>
            </a:extLst>
          </p:cNvPr>
          <p:cNvSpPr/>
          <p:nvPr/>
        </p:nvSpPr>
        <p:spPr>
          <a:xfrm>
            <a:off x="12099820" y="20049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2" name="フローチャート: 結合子 71">
            <a:extLst>
              <a:ext uri="{FF2B5EF4-FFF2-40B4-BE49-F238E27FC236}">
                <a16:creationId xmlns:a16="http://schemas.microsoft.com/office/drawing/2014/main" id="{9BA102A6-0719-FF6D-E12C-58518441A26D}"/>
              </a:ext>
            </a:extLst>
          </p:cNvPr>
          <p:cNvSpPr/>
          <p:nvPr/>
        </p:nvSpPr>
        <p:spPr>
          <a:xfrm>
            <a:off x="10774340" y="21096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3" name="四角形: 角を丸くする 72">
            <a:extLst>
              <a:ext uri="{FF2B5EF4-FFF2-40B4-BE49-F238E27FC236}">
                <a16:creationId xmlns:a16="http://schemas.microsoft.com/office/drawing/2014/main" id="{1BD5A1DB-8993-F270-253A-606EB39AF89F}"/>
              </a:ext>
            </a:extLst>
          </p:cNvPr>
          <p:cNvSpPr/>
          <p:nvPr/>
        </p:nvSpPr>
        <p:spPr>
          <a:xfrm>
            <a:off x="10842171" y="1837125"/>
            <a:ext cx="4230985" cy="798447"/>
          </a:xfrm>
          <a:prstGeom prst="roundRect">
            <a:avLst>
              <a:gd name="adj" fmla="val 8121"/>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四角形: 角を丸くする 73">
            <a:extLst>
              <a:ext uri="{FF2B5EF4-FFF2-40B4-BE49-F238E27FC236}">
                <a16:creationId xmlns:a16="http://schemas.microsoft.com/office/drawing/2014/main" id="{E364EBB7-8FC9-D6F9-4D2E-BE50FFC32CA4}"/>
              </a:ext>
            </a:extLst>
          </p:cNvPr>
          <p:cNvSpPr/>
          <p:nvPr/>
        </p:nvSpPr>
        <p:spPr>
          <a:xfrm>
            <a:off x="10765292" y="1700111"/>
            <a:ext cx="1483476" cy="31619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5704C110-8A83-A67C-3550-C40EA5612856}"/>
              </a:ext>
            </a:extLst>
          </p:cNvPr>
          <p:cNvCxnSpPr>
            <a:cxnSpLocks/>
          </p:cNvCxnSpPr>
          <p:nvPr/>
        </p:nvCxnSpPr>
        <p:spPr>
          <a:xfrm>
            <a:off x="10886251" y="1952387"/>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76" name="Google Shape;94;p13">
            <a:extLst>
              <a:ext uri="{FF2B5EF4-FFF2-40B4-BE49-F238E27FC236}">
                <a16:creationId xmlns:a16="http://schemas.microsoft.com/office/drawing/2014/main" id="{6741ECDE-8F6A-DAF4-9C65-42212A179B6D}"/>
              </a:ext>
            </a:extLst>
          </p:cNvPr>
          <p:cNvSpPr txBox="1"/>
          <p:nvPr/>
        </p:nvSpPr>
        <p:spPr>
          <a:xfrm>
            <a:off x="10905027" y="1688848"/>
            <a:ext cx="1241915"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スポンサー</a:t>
            </a:r>
            <a:endParaRPr sz="1500" b="1" i="0" strike="noStrike" cap="none" dirty="0">
              <a:solidFill>
                <a:schemeClr val="tx1"/>
              </a:solidFill>
              <a:latin typeface="Meiryo"/>
              <a:ea typeface="Meiryo"/>
              <a:cs typeface="Meiryo"/>
              <a:sym typeface="Meiryo"/>
            </a:endParaRPr>
          </a:p>
        </p:txBody>
      </p:sp>
      <p:sp>
        <p:nvSpPr>
          <p:cNvPr id="77" name="フローチャート: 結合子 76">
            <a:extLst>
              <a:ext uri="{FF2B5EF4-FFF2-40B4-BE49-F238E27FC236}">
                <a16:creationId xmlns:a16="http://schemas.microsoft.com/office/drawing/2014/main" id="{2478C267-45AB-BCEE-9C52-AF3849BB4BA5}"/>
              </a:ext>
            </a:extLst>
          </p:cNvPr>
          <p:cNvSpPr/>
          <p:nvPr/>
        </p:nvSpPr>
        <p:spPr>
          <a:xfrm>
            <a:off x="12090772" y="1854642"/>
            <a:ext cx="171023" cy="167982"/>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8" name="フローチャート: 結合子 77">
            <a:extLst>
              <a:ext uri="{FF2B5EF4-FFF2-40B4-BE49-F238E27FC236}">
                <a16:creationId xmlns:a16="http://schemas.microsoft.com/office/drawing/2014/main" id="{1ED1B0E4-C968-34C4-77C8-4E6BA86CD65F}"/>
              </a:ext>
            </a:extLst>
          </p:cNvPr>
          <p:cNvSpPr/>
          <p:nvPr/>
        </p:nvSpPr>
        <p:spPr>
          <a:xfrm>
            <a:off x="10765292" y="1865116"/>
            <a:ext cx="171023" cy="167982"/>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28" name="Picture 4">
            <a:extLst>
              <a:ext uri="{FF2B5EF4-FFF2-40B4-BE49-F238E27FC236}">
                <a16:creationId xmlns:a16="http://schemas.microsoft.com/office/drawing/2014/main" id="{081669E5-9787-2735-20FA-1935DB362C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52933" y="2038799"/>
            <a:ext cx="2044450" cy="439945"/>
          </a:xfrm>
          <a:prstGeom prst="rect">
            <a:avLst/>
          </a:prstGeom>
          <a:noFill/>
          <a:extLst>
            <a:ext uri="{909E8E84-426E-40DD-AFC4-6F175D3DCCD1}">
              <a14:hiddenFill xmlns:a14="http://schemas.microsoft.com/office/drawing/2010/main">
                <a:solidFill>
                  <a:srgbClr val="FFFFFF"/>
                </a:solidFill>
              </a14:hiddenFill>
            </a:ext>
          </a:extLst>
        </p:spPr>
      </p:pic>
      <p:sp>
        <p:nvSpPr>
          <p:cNvPr id="81" name="Google Shape;180;p13">
            <a:extLst>
              <a:ext uri="{FF2B5EF4-FFF2-40B4-BE49-F238E27FC236}">
                <a16:creationId xmlns:a16="http://schemas.microsoft.com/office/drawing/2014/main" id="{8B7DC6D3-2E26-1A17-1FFF-57EDC67B8999}"/>
              </a:ext>
            </a:extLst>
          </p:cNvPr>
          <p:cNvSpPr txBox="1"/>
          <p:nvPr/>
        </p:nvSpPr>
        <p:spPr>
          <a:xfrm>
            <a:off x="10788012" y="1984599"/>
            <a:ext cx="2277391"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900" b="0" i="0" u="none" strike="noStrike" cap="none" dirty="0">
                <a:solidFill>
                  <a:srgbClr val="000000"/>
                </a:solidFill>
                <a:latin typeface="Meiryo"/>
                <a:ea typeface="Meiryo"/>
                <a:cs typeface="Meiryo"/>
                <a:sym typeface="Meiryo"/>
              </a:rPr>
              <a:t>基板を提供させていただいてます。</a:t>
            </a:r>
            <a:endParaRPr sz="900" b="0" i="0" u="none" strike="noStrike" cap="none" dirty="0">
              <a:solidFill>
                <a:srgbClr val="000000"/>
              </a:solidFill>
              <a:latin typeface="Meiryo"/>
              <a:ea typeface="Meiryo"/>
              <a:cs typeface="Meiryo"/>
              <a:sym typeface="Meiryo"/>
            </a:endParaRPr>
          </a:p>
        </p:txBody>
      </p:sp>
      <p:pic>
        <p:nvPicPr>
          <p:cNvPr id="1029" name="図 1028" descr="テーブルに置かれた時計&#10;&#10;低い精度で自動的に生成された説明">
            <a:extLst>
              <a:ext uri="{FF2B5EF4-FFF2-40B4-BE49-F238E27FC236}">
                <a16:creationId xmlns:a16="http://schemas.microsoft.com/office/drawing/2014/main" id="{784E3C01-E130-B36A-BB25-4FCC2E6D2DAF}"/>
              </a:ext>
            </a:extLst>
          </p:cNvPr>
          <p:cNvPicPr>
            <a:picLocks noChangeAspect="1"/>
          </p:cNvPicPr>
          <p:nvPr/>
        </p:nvPicPr>
        <p:blipFill>
          <a:blip r:embed="rId10"/>
          <a:srcRect l="10689" t="8284" r="5896" b="5385"/>
          <a:stretch/>
        </p:blipFill>
        <p:spPr>
          <a:xfrm>
            <a:off x="3158107" y="15622"/>
            <a:ext cx="2085010" cy="2601799"/>
          </a:xfrm>
          <a:prstGeom prst="rect">
            <a:avLst/>
          </a:prstGeom>
        </p:spPr>
      </p:pic>
      <p:sp>
        <p:nvSpPr>
          <p:cNvPr id="1038" name="四角形: 角を丸くする 1037">
            <a:extLst>
              <a:ext uri="{FF2B5EF4-FFF2-40B4-BE49-F238E27FC236}">
                <a16:creationId xmlns:a16="http://schemas.microsoft.com/office/drawing/2014/main" id="{3A9644AF-04B1-E2B5-D615-BF2D801A7801}"/>
              </a:ext>
            </a:extLst>
          </p:cNvPr>
          <p:cNvSpPr/>
          <p:nvPr/>
        </p:nvSpPr>
        <p:spPr>
          <a:xfrm>
            <a:off x="61366" y="3054044"/>
            <a:ext cx="15011790" cy="2899629"/>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9" name="四角形: 角を丸くする 1038">
            <a:extLst>
              <a:ext uri="{FF2B5EF4-FFF2-40B4-BE49-F238E27FC236}">
                <a16:creationId xmlns:a16="http://schemas.microsoft.com/office/drawing/2014/main" id="{0B64CFE8-830B-3A15-ED02-AFEDF48BA12C}"/>
              </a:ext>
            </a:extLst>
          </p:cNvPr>
          <p:cNvSpPr/>
          <p:nvPr/>
        </p:nvSpPr>
        <p:spPr>
          <a:xfrm>
            <a:off x="43711" y="2659523"/>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0" name="直線コネクタ 1039">
            <a:extLst>
              <a:ext uri="{FF2B5EF4-FFF2-40B4-BE49-F238E27FC236}">
                <a16:creationId xmlns:a16="http://schemas.microsoft.com/office/drawing/2014/main" id="{850AC411-C967-DBF9-762A-D59444890638}"/>
              </a:ext>
            </a:extLst>
          </p:cNvPr>
          <p:cNvCxnSpPr>
            <a:cxnSpLocks/>
          </p:cNvCxnSpPr>
          <p:nvPr/>
        </p:nvCxnSpPr>
        <p:spPr>
          <a:xfrm>
            <a:off x="164670" y="2911799"/>
            <a:ext cx="1227580" cy="0"/>
          </a:xfrm>
          <a:prstGeom prst="line">
            <a:avLst/>
          </a:prstGeom>
          <a:ln>
            <a:solidFill>
              <a:srgbClr val="FFC000"/>
            </a:solidFill>
          </a:ln>
        </p:spPr>
        <p:style>
          <a:lnRef idx="2">
            <a:schemeClr val="accent5"/>
          </a:lnRef>
          <a:fillRef idx="0">
            <a:schemeClr val="accent5"/>
          </a:fillRef>
          <a:effectRef idx="1">
            <a:schemeClr val="accent5"/>
          </a:effectRef>
          <a:fontRef idx="minor">
            <a:schemeClr val="tx1"/>
          </a:fontRef>
        </p:style>
      </p:cxnSp>
      <p:sp>
        <p:nvSpPr>
          <p:cNvPr id="1041" name="Google Shape;94;p13">
            <a:extLst>
              <a:ext uri="{FF2B5EF4-FFF2-40B4-BE49-F238E27FC236}">
                <a16:creationId xmlns:a16="http://schemas.microsoft.com/office/drawing/2014/main" id="{AB700F05-23A0-4D46-A3B2-197D95314B3E}"/>
              </a:ext>
            </a:extLst>
          </p:cNvPr>
          <p:cNvSpPr txBox="1"/>
          <p:nvPr/>
        </p:nvSpPr>
        <p:spPr>
          <a:xfrm>
            <a:off x="89038" y="2648768"/>
            <a:ext cx="148071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ロボット概要</a:t>
            </a:r>
            <a:endParaRPr sz="1500" b="1" i="0" strike="noStrike" cap="none" dirty="0">
              <a:solidFill>
                <a:schemeClr val="tx1"/>
              </a:solidFill>
              <a:latin typeface="Meiryo"/>
              <a:ea typeface="Meiryo"/>
              <a:cs typeface="Meiryo"/>
              <a:sym typeface="Meiryo"/>
            </a:endParaRPr>
          </a:p>
        </p:txBody>
      </p:sp>
      <p:sp>
        <p:nvSpPr>
          <p:cNvPr id="1042" name="フローチャート: 結合子 1041">
            <a:extLst>
              <a:ext uri="{FF2B5EF4-FFF2-40B4-BE49-F238E27FC236}">
                <a16:creationId xmlns:a16="http://schemas.microsoft.com/office/drawing/2014/main" id="{0E609EE3-17E7-95D9-0131-B3F816937486}"/>
              </a:ext>
            </a:extLst>
          </p:cNvPr>
          <p:cNvSpPr/>
          <p:nvPr/>
        </p:nvSpPr>
        <p:spPr>
          <a:xfrm>
            <a:off x="1369191" y="2814054"/>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43" name="フローチャート: 結合子 1042">
            <a:extLst>
              <a:ext uri="{FF2B5EF4-FFF2-40B4-BE49-F238E27FC236}">
                <a16:creationId xmlns:a16="http://schemas.microsoft.com/office/drawing/2014/main" id="{14FA892E-24FF-40C4-136D-199BCE6B7DEA}"/>
              </a:ext>
            </a:extLst>
          </p:cNvPr>
          <p:cNvSpPr/>
          <p:nvPr/>
        </p:nvSpPr>
        <p:spPr>
          <a:xfrm>
            <a:off x="43711" y="2824528"/>
            <a:ext cx="171023" cy="188704"/>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46" name="四角形: 角を丸くする 1045">
            <a:extLst>
              <a:ext uri="{FF2B5EF4-FFF2-40B4-BE49-F238E27FC236}">
                <a16:creationId xmlns:a16="http://schemas.microsoft.com/office/drawing/2014/main" id="{6B9348BF-EEF2-EF1A-0731-38E3EEB1F4E9}"/>
              </a:ext>
            </a:extLst>
          </p:cNvPr>
          <p:cNvSpPr/>
          <p:nvPr/>
        </p:nvSpPr>
        <p:spPr>
          <a:xfrm>
            <a:off x="5489919" y="2802744"/>
            <a:ext cx="1483476"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7" name="直線コネクタ 1046">
            <a:extLst>
              <a:ext uri="{FF2B5EF4-FFF2-40B4-BE49-F238E27FC236}">
                <a16:creationId xmlns:a16="http://schemas.microsoft.com/office/drawing/2014/main" id="{65E2BABF-6812-92E4-47C3-BBCB80B37E54}"/>
              </a:ext>
            </a:extLst>
          </p:cNvPr>
          <p:cNvCxnSpPr>
            <a:cxnSpLocks/>
          </p:cNvCxnSpPr>
          <p:nvPr/>
        </p:nvCxnSpPr>
        <p:spPr>
          <a:xfrm>
            <a:off x="5610878" y="3055020"/>
            <a:ext cx="4163317"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049" name="フローチャート: 結合子 1048">
            <a:extLst>
              <a:ext uri="{FF2B5EF4-FFF2-40B4-BE49-F238E27FC236}">
                <a16:creationId xmlns:a16="http://schemas.microsoft.com/office/drawing/2014/main" id="{27DA4271-4BF0-6983-9BE6-F292CB2804DF}"/>
              </a:ext>
            </a:extLst>
          </p:cNvPr>
          <p:cNvSpPr/>
          <p:nvPr/>
        </p:nvSpPr>
        <p:spPr>
          <a:xfrm>
            <a:off x="9739596" y="2956986"/>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50" name="フローチャート: 結合子 1049">
            <a:extLst>
              <a:ext uri="{FF2B5EF4-FFF2-40B4-BE49-F238E27FC236}">
                <a16:creationId xmlns:a16="http://schemas.microsoft.com/office/drawing/2014/main" id="{8E3B9E90-46B8-5DCA-B923-CF23ED9E473D}"/>
              </a:ext>
            </a:extLst>
          </p:cNvPr>
          <p:cNvSpPr/>
          <p:nvPr/>
        </p:nvSpPr>
        <p:spPr>
          <a:xfrm>
            <a:off x="5489919" y="2967749"/>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3" name="Google Shape;263;p13"/>
          <p:cNvSpPr txBox="1"/>
          <p:nvPr/>
        </p:nvSpPr>
        <p:spPr>
          <a:xfrm>
            <a:off x="5559580" y="2780303"/>
            <a:ext cx="6713700"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1" i="0" u="none" strike="noStrike" cap="none" dirty="0">
                <a:solidFill>
                  <a:srgbClr val="000000"/>
                </a:solidFill>
                <a:latin typeface="Meiryo"/>
                <a:ea typeface="Meiryo"/>
                <a:cs typeface="Meiryo"/>
                <a:sym typeface="Meiryo"/>
              </a:rPr>
              <a:t>加速度センサ１つで　　　　　　　　を変える</a:t>
            </a:r>
            <a:endParaRPr sz="1500" b="1" i="0" u="none" strike="noStrike" cap="none" dirty="0">
              <a:solidFill>
                <a:srgbClr val="000000"/>
              </a:solidFill>
              <a:latin typeface="Meiryo"/>
              <a:ea typeface="Meiryo"/>
              <a:cs typeface="Meiryo"/>
              <a:sym typeface="Meiryo"/>
            </a:endParaRPr>
          </a:p>
        </p:txBody>
      </p:sp>
      <p:sp>
        <p:nvSpPr>
          <p:cNvPr id="273" name="Google Shape;273;p13"/>
          <p:cNvSpPr txBox="1"/>
          <p:nvPr/>
        </p:nvSpPr>
        <p:spPr>
          <a:xfrm>
            <a:off x="7252471" y="2757684"/>
            <a:ext cx="182974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800" b="1" i="0" u="none" strike="noStrike" cap="none" dirty="0">
                <a:solidFill>
                  <a:srgbClr val="FF0000"/>
                </a:solidFill>
                <a:latin typeface="Meiryo"/>
                <a:ea typeface="Meiryo"/>
                <a:cs typeface="Meiryo"/>
                <a:sym typeface="Meiryo"/>
              </a:rPr>
              <a:t>「</a:t>
            </a:r>
            <a:r>
              <a:rPr lang="ja-JP" sz="1800" b="1" i="0" u="none" strike="noStrike" cap="none" dirty="0">
                <a:solidFill>
                  <a:srgbClr val="000000"/>
                </a:solidFill>
                <a:latin typeface="Meiryo"/>
                <a:ea typeface="Meiryo"/>
                <a:cs typeface="Meiryo"/>
                <a:sym typeface="Meiryo"/>
              </a:rPr>
              <a:t>ライン制御</a:t>
            </a:r>
            <a:r>
              <a:rPr lang="ja-JP" sz="1800" b="1" i="0" u="none" strike="noStrike" cap="none" dirty="0">
                <a:solidFill>
                  <a:srgbClr val="FF0000"/>
                </a:solidFill>
                <a:latin typeface="Meiryo"/>
                <a:ea typeface="Meiryo"/>
                <a:cs typeface="Meiryo"/>
                <a:sym typeface="Meiryo"/>
              </a:rPr>
              <a:t>」</a:t>
            </a:r>
            <a:endParaRPr sz="1100" dirty="0"/>
          </a:p>
        </p:txBody>
      </p:sp>
      <p:sp>
        <p:nvSpPr>
          <p:cNvPr id="1078" name="Google Shape;265;p13">
            <a:extLst>
              <a:ext uri="{FF2B5EF4-FFF2-40B4-BE49-F238E27FC236}">
                <a16:creationId xmlns:a16="http://schemas.microsoft.com/office/drawing/2014/main" id="{3A1ECCDF-E92E-9288-496C-6D0AA53C891E}"/>
              </a:ext>
            </a:extLst>
          </p:cNvPr>
          <p:cNvSpPr txBox="1"/>
          <p:nvPr/>
        </p:nvSpPr>
        <p:spPr>
          <a:xfrm>
            <a:off x="61366" y="3145690"/>
            <a:ext cx="5199406" cy="267762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1" u="sng" dirty="0">
                <a:latin typeface="Meiryo"/>
                <a:ea typeface="Meiryo"/>
                <a:cs typeface="Meiryo"/>
                <a:sym typeface="Meiryo"/>
              </a:rPr>
              <a:t>目的</a:t>
            </a:r>
            <a:r>
              <a:rPr lang="ja-JP" sz="900" dirty="0">
                <a:latin typeface="Meiryo"/>
                <a:ea typeface="Meiryo"/>
                <a:cs typeface="Meiryo"/>
                <a:sym typeface="Meiryo"/>
              </a:rPr>
              <a:t>　　　</a:t>
            </a:r>
            <a:endParaRPr sz="900" dirty="0">
              <a:latin typeface="Meiryo"/>
              <a:ea typeface="Meiryo"/>
              <a:cs typeface="Meiryo"/>
              <a:sym typeface="Meiryo"/>
            </a:endParaRPr>
          </a:p>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0" i="0" u="none" strike="noStrike" cap="none" dirty="0">
                <a:solidFill>
                  <a:srgbClr val="000000"/>
                </a:solidFill>
                <a:latin typeface="Meiryo"/>
                <a:ea typeface="Meiryo"/>
                <a:cs typeface="Meiryo"/>
                <a:sym typeface="Meiryo"/>
              </a:rPr>
              <a:t>以前は、ラインアウトをしないためにモーターの回転数を落としていましたが、モーターの回転数を変化させても速度がかわるわけではなく、加速を続けてしまいます。そのため、ライン付近でのロボットの速度をラインアウトしないようにし、コート中心では最高速度をだすことができればラインアウトをしないようスピードもでるロボットができ　ると考えました。</a:t>
            </a:r>
            <a:endParaRPr lang="en-US" altLang="ja-JP" sz="900" b="0" i="0" u="none" strike="noStrike" cap="none" dirty="0">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endParaRPr sz="900" dirty="0">
              <a:latin typeface="Meiryo"/>
              <a:ea typeface="Meiryo"/>
              <a:cs typeface="Meiryo"/>
              <a:sym typeface="Meiryo"/>
            </a:endParaRPr>
          </a:p>
          <a:p>
            <a:pPr marL="0" marR="0" lvl="0" indent="0" algn="l" rtl="0">
              <a:lnSpc>
                <a:spcPct val="100000"/>
              </a:lnSpc>
              <a:spcBef>
                <a:spcPts val="0"/>
              </a:spcBef>
              <a:spcAft>
                <a:spcPts val="0"/>
              </a:spcAft>
              <a:buNone/>
            </a:pPr>
            <a:r>
              <a:rPr lang="ja-JP" sz="900" dirty="0">
                <a:latin typeface="Meiryo"/>
                <a:ea typeface="Meiryo"/>
                <a:cs typeface="Meiryo"/>
                <a:sym typeface="Meiryo"/>
              </a:rPr>
              <a:t> </a:t>
            </a:r>
            <a:r>
              <a:rPr lang="ja-JP" sz="900" b="1" u="sng" dirty="0">
                <a:latin typeface="Meiryo"/>
                <a:ea typeface="Meiryo"/>
                <a:cs typeface="Meiryo"/>
                <a:sym typeface="Meiryo"/>
              </a:rPr>
              <a:t>加速度制御</a:t>
            </a:r>
            <a:endParaRPr sz="900" b="1" u="sng" dirty="0">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dirty="0">
                <a:solidFill>
                  <a:srgbClr val="000000"/>
                </a:solidFill>
                <a:latin typeface="Meiryo"/>
                <a:ea typeface="Meiryo"/>
                <a:cs typeface="Meiryo"/>
                <a:sym typeface="Meiryo"/>
              </a:rPr>
              <a:t>３軸加速度センサででたｘ軸、ｙ軸の値</a:t>
            </a:r>
            <a:r>
              <a:rPr lang="ja-JP" sz="900" dirty="0">
                <a:latin typeface="Meiryo"/>
                <a:ea typeface="Meiryo"/>
                <a:cs typeface="Meiryo"/>
                <a:sym typeface="Meiryo"/>
              </a:rPr>
              <a:t>をだし、</a:t>
            </a:r>
            <a:r>
              <a:rPr lang="ja-JP" sz="900" b="0" i="0" u="none" strike="noStrike" cap="none" dirty="0">
                <a:solidFill>
                  <a:srgbClr val="000000"/>
                </a:solidFill>
                <a:latin typeface="Meiryo"/>
                <a:ea typeface="Meiryo"/>
                <a:cs typeface="Meiryo"/>
                <a:sym typeface="Meiryo"/>
              </a:rPr>
              <a:t>そ</a:t>
            </a:r>
            <a:r>
              <a:rPr lang="ja-JP" sz="900" dirty="0">
                <a:latin typeface="Meiryo"/>
                <a:ea typeface="Meiryo"/>
                <a:cs typeface="Meiryo"/>
                <a:sym typeface="Meiryo"/>
              </a:rPr>
              <a:t>の値</a:t>
            </a:r>
            <a:r>
              <a:rPr lang="ja-JP" sz="900" b="0" i="0" u="none" strike="noStrike" cap="none" dirty="0">
                <a:solidFill>
                  <a:srgbClr val="000000"/>
                </a:solidFill>
                <a:latin typeface="Meiryo"/>
                <a:ea typeface="Meiryo"/>
                <a:cs typeface="Meiryo"/>
                <a:sym typeface="Meiryo"/>
              </a:rPr>
              <a:t>を三平方の定理で合成しました。</a:t>
            </a:r>
            <a:r>
              <a:rPr lang="ja-JP" sz="900" b="0" i="0" u="none" strike="noStrike" cap="none" dirty="0">
                <a:solidFill>
                  <a:schemeClr val="dk1"/>
                </a:solidFill>
                <a:latin typeface="Meiryo"/>
                <a:ea typeface="Meiryo"/>
                <a:cs typeface="Meiryo"/>
                <a:sym typeface="Meiryo"/>
              </a:rPr>
              <a:t>その合成した値</a:t>
            </a:r>
            <a:r>
              <a:rPr lang="ja-JP" sz="900" dirty="0">
                <a:solidFill>
                  <a:schemeClr val="dk1"/>
                </a:solidFill>
                <a:latin typeface="Meiryo"/>
                <a:ea typeface="Meiryo"/>
                <a:cs typeface="Meiryo"/>
                <a:sym typeface="Meiryo"/>
              </a:rPr>
              <a:t>を積分して</a:t>
            </a:r>
            <a:r>
              <a:rPr lang="ja-JP" sz="900" b="0" i="0" u="none" strike="noStrike" cap="none" dirty="0">
                <a:solidFill>
                  <a:schemeClr val="dk1"/>
                </a:solidFill>
                <a:latin typeface="Meiryo"/>
                <a:ea typeface="Meiryo"/>
                <a:cs typeface="Meiryo"/>
                <a:sym typeface="Meiryo"/>
              </a:rPr>
              <a:t>速度</a:t>
            </a:r>
            <a:r>
              <a:rPr lang="ja-JP" sz="900" dirty="0">
                <a:solidFill>
                  <a:schemeClr val="dk1"/>
                </a:solidFill>
                <a:latin typeface="Meiryo"/>
                <a:ea typeface="Meiryo"/>
                <a:cs typeface="Meiryo"/>
                <a:sym typeface="Meiryo"/>
              </a:rPr>
              <a:t>をだします。</a:t>
            </a:r>
            <a:r>
              <a:rPr lang="ja-JP" sz="900" b="0" i="0" u="none" strike="noStrike" cap="none" dirty="0">
                <a:solidFill>
                  <a:schemeClr val="dk1"/>
                </a:solidFill>
                <a:latin typeface="Meiryo"/>
                <a:ea typeface="Meiryo"/>
                <a:cs typeface="Meiryo"/>
                <a:sym typeface="Meiryo"/>
              </a:rPr>
              <a:t>速度の基準</a:t>
            </a:r>
            <a:r>
              <a:rPr lang="ja-JP" sz="900" dirty="0">
                <a:solidFill>
                  <a:schemeClr val="dk1"/>
                </a:solidFill>
                <a:latin typeface="Meiryo"/>
                <a:ea typeface="Meiryo"/>
                <a:cs typeface="Meiryo"/>
                <a:sym typeface="Meiryo"/>
              </a:rPr>
              <a:t>を自分で決め、積分してでた速度が</a:t>
            </a:r>
            <a:r>
              <a:rPr lang="ja-JP" sz="900" b="0" i="0" u="none" strike="noStrike" cap="none" dirty="0">
                <a:solidFill>
                  <a:schemeClr val="dk1"/>
                </a:solidFill>
                <a:latin typeface="Meiryo"/>
                <a:ea typeface="Meiryo"/>
                <a:cs typeface="Meiryo"/>
                <a:sym typeface="Meiryo"/>
              </a:rPr>
              <a:t>下回る場合はモーターの回転数をあげ、逆に上回る場合はモーター回転数をさげればよいと考えました。</a:t>
            </a:r>
            <a:r>
              <a:rPr lang="ja-JP" sz="900" b="0" i="0" u="none" strike="noStrike" cap="none" dirty="0">
                <a:solidFill>
                  <a:srgbClr val="000000"/>
                </a:solidFill>
                <a:latin typeface="Meiryo"/>
                <a:ea typeface="Meiryo"/>
                <a:cs typeface="Meiryo"/>
                <a:sym typeface="Meiryo"/>
              </a:rPr>
              <a:t>そして、その考えが本当に成り立ち、ラインアウトを防げるのか検証</a:t>
            </a:r>
            <a:r>
              <a:rPr lang="ja-JP" sz="900" dirty="0">
                <a:latin typeface="Meiryo"/>
                <a:ea typeface="Meiryo"/>
                <a:cs typeface="Meiryo"/>
                <a:sym typeface="Meiryo"/>
              </a:rPr>
              <a:t>することにしました</a:t>
            </a:r>
            <a:r>
              <a:rPr lang="ja-JP" sz="900" b="0" i="0" u="none" strike="noStrike" cap="none" dirty="0">
                <a:solidFill>
                  <a:srgbClr val="000000"/>
                </a:solidFill>
                <a:latin typeface="Meiryo"/>
                <a:ea typeface="Meiryo"/>
                <a:cs typeface="Meiryo"/>
                <a:sym typeface="Meiryo"/>
              </a:rPr>
              <a:t>。</a:t>
            </a:r>
            <a:endParaRPr lang="en-US" altLang="ja-JP" sz="900" b="0" i="0" u="none" strike="noStrike" cap="none" dirty="0">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endParaRPr lang="en-US" altLang="ja-JP" sz="900"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 </a:t>
            </a:r>
            <a:r>
              <a:rPr lang="ja-JP" altLang="en-US" sz="900" b="1" u="sng" dirty="0">
                <a:latin typeface="Meiryo"/>
                <a:ea typeface="Meiryo"/>
                <a:cs typeface="Meiryo"/>
                <a:sym typeface="Meiryo"/>
              </a:rPr>
              <a:t>検証内容</a:t>
            </a: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 </a:t>
            </a:r>
            <a:r>
              <a:rPr lang="ja-JP" altLang="en-US" sz="900" b="0" i="0" u="none" strike="noStrike" cap="none" dirty="0">
                <a:solidFill>
                  <a:srgbClr val="000000"/>
                </a:solidFill>
                <a:latin typeface="Meiryo"/>
                <a:ea typeface="Meiryo"/>
                <a:cs typeface="Meiryo"/>
                <a:sym typeface="Meiryo"/>
              </a:rPr>
              <a:t>記録タイマーを使</a:t>
            </a:r>
            <a:r>
              <a:rPr lang="ja-JP" altLang="en-US" sz="900" dirty="0">
                <a:latin typeface="Meiryo"/>
                <a:ea typeface="Meiryo"/>
                <a:cs typeface="Meiryo"/>
                <a:sym typeface="Meiryo"/>
              </a:rPr>
              <a:t>い、テープをロボットにつけて</a:t>
            </a:r>
            <a:r>
              <a:rPr lang="ja-JP" altLang="en-US" sz="900" b="0" i="0" u="none" strike="noStrike" cap="none" dirty="0">
                <a:solidFill>
                  <a:srgbClr val="000000"/>
                </a:solidFill>
                <a:latin typeface="Meiryo"/>
                <a:ea typeface="Meiryo"/>
                <a:cs typeface="Meiryo"/>
                <a:sym typeface="Meiryo"/>
              </a:rPr>
              <a:t>走らせ</a:t>
            </a:r>
            <a:r>
              <a:rPr lang="ja-JP" altLang="en-US" sz="900" dirty="0">
                <a:latin typeface="Meiryo"/>
                <a:ea typeface="Meiryo"/>
                <a:cs typeface="Meiryo"/>
                <a:sym typeface="Meiryo"/>
              </a:rPr>
              <a:t>記録をとり</a:t>
            </a:r>
            <a:r>
              <a:rPr lang="ja-JP" altLang="en-US" sz="900" b="0" i="0" u="none" strike="noStrike" cap="none" dirty="0">
                <a:solidFill>
                  <a:srgbClr val="000000"/>
                </a:solidFill>
                <a:latin typeface="Meiryo"/>
                <a:ea typeface="Meiryo"/>
                <a:cs typeface="Meiryo"/>
                <a:sym typeface="Meiryo"/>
              </a:rPr>
              <a:t>その時の速</a:t>
            </a:r>
            <a:r>
              <a:rPr lang="ja-JP" altLang="en-US" sz="900" dirty="0">
                <a:latin typeface="Meiryo"/>
                <a:ea typeface="Meiryo"/>
                <a:cs typeface="Meiryo"/>
                <a:sym typeface="Meiryo"/>
              </a:rPr>
              <a:t>度</a:t>
            </a:r>
            <a:r>
              <a:rPr lang="ja-JP" altLang="en-US" sz="900" b="0" i="0" u="none" strike="noStrike" cap="none" dirty="0">
                <a:solidFill>
                  <a:srgbClr val="000000"/>
                </a:solidFill>
                <a:latin typeface="Meiryo"/>
                <a:ea typeface="Meiryo"/>
                <a:cs typeface="Meiryo"/>
                <a:sym typeface="Meiryo"/>
              </a:rPr>
              <a:t>を</a:t>
            </a:r>
            <a:r>
              <a:rPr lang="ja-JP" altLang="en-US" sz="900" dirty="0">
                <a:latin typeface="Meiryo"/>
                <a:ea typeface="Meiryo"/>
                <a:cs typeface="Meiryo"/>
                <a:sym typeface="Meiryo"/>
              </a:rPr>
              <a:t>測定します</a:t>
            </a:r>
            <a:r>
              <a:rPr lang="ja-JP" altLang="en-US" sz="900" b="0" i="0" u="none" strike="noStrike" cap="none" dirty="0">
                <a:solidFill>
                  <a:srgbClr val="000000"/>
                </a:solidFill>
                <a:latin typeface="Meiryo"/>
                <a:ea typeface="Meiryo"/>
                <a:cs typeface="Meiryo"/>
                <a:sym typeface="Meiryo"/>
              </a:rPr>
              <a:t>。</a:t>
            </a:r>
            <a:endParaRPr lang="ja-JP" altLang="en-US" sz="900" b="1" u="sng"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①</a:t>
            </a:r>
            <a:r>
              <a:rPr lang="ja-JP" altLang="en-US" sz="900" dirty="0">
                <a:solidFill>
                  <a:schemeClr val="dk1"/>
                </a:solidFill>
                <a:latin typeface="Meiryo"/>
                <a:ea typeface="Meiryo"/>
                <a:cs typeface="Meiryo"/>
                <a:sym typeface="Meiryo"/>
              </a:rPr>
              <a:t>ロボットを停止した状態から走らせ加速度制御が稼働しているか調べる</a:t>
            </a:r>
            <a:r>
              <a:rPr lang="ja-JP" altLang="en-US" sz="900" b="0" i="0" u="none" strike="noStrike" cap="none" dirty="0">
                <a:solidFill>
                  <a:schemeClr val="dk1"/>
                </a:solidFill>
                <a:latin typeface="Meiryo"/>
                <a:ea typeface="Meiryo"/>
                <a:cs typeface="Meiryo"/>
                <a:sym typeface="Meiryo"/>
              </a:rPr>
              <a:t>。</a:t>
            </a:r>
            <a:endParaRPr lang="ja-JP" altLang="en-US" sz="900" dirty="0">
              <a:latin typeface="Meiryo"/>
              <a:ea typeface="Meiryo"/>
              <a:cs typeface="Meiryo"/>
              <a:sym typeface="Meiryo"/>
            </a:endParaRPr>
          </a:p>
          <a:p>
            <a:pPr marL="0" marR="0" lvl="0" indent="0" algn="l" rtl="0">
              <a:lnSpc>
                <a:spcPct val="100000"/>
              </a:lnSpc>
              <a:spcBef>
                <a:spcPts val="0"/>
              </a:spcBef>
              <a:spcAft>
                <a:spcPts val="0"/>
              </a:spcAft>
              <a:buNone/>
            </a:pPr>
            <a:r>
              <a:rPr lang="ja-JP" altLang="en-US" sz="900" dirty="0">
                <a:latin typeface="Meiryo"/>
                <a:ea typeface="Meiryo"/>
                <a:cs typeface="Meiryo"/>
                <a:sym typeface="Meiryo"/>
              </a:rPr>
              <a:t>②</a:t>
            </a:r>
            <a:r>
              <a:rPr lang="ja-JP" altLang="en-US" sz="900" dirty="0">
                <a:solidFill>
                  <a:schemeClr val="dk1"/>
                </a:solidFill>
                <a:latin typeface="Meiryo"/>
                <a:ea typeface="Meiryo"/>
                <a:cs typeface="Meiryo"/>
                <a:sym typeface="Meiryo"/>
              </a:rPr>
              <a:t>数秒走らせ、ある一定の秒数がたつと速度の基準を下げ、どうなるか調べましる。</a:t>
            </a:r>
          </a:p>
          <a:p>
            <a:pPr marL="0" marR="0" lvl="0" indent="0" algn="l" rtl="0">
              <a:lnSpc>
                <a:spcPct val="100000"/>
              </a:lnSpc>
              <a:spcBef>
                <a:spcPts val="0"/>
              </a:spcBef>
              <a:spcAft>
                <a:spcPts val="0"/>
              </a:spcAft>
              <a:buNone/>
            </a:pPr>
            <a:r>
              <a:rPr lang="ja-JP" altLang="en-US" sz="900" dirty="0">
                <a:solidFill>
                  <a:schemeClr val="dk1"/>
                </a:solidFill>
                <a:latin typeface="Meiryo"/>
                <a:ea typeface="Meiryo"/>
                <a:cs typeface="Meiryo"/>
                <a:sym typeface="Meiryo"/>
              </a:rPr>
              <a:t>③これらをもとに加速度制御を行いライン制御をできるようにする。</a:t>
            </a:r>
          </a:p>
          <a:p>
            <a:pPr marL="0" marR="0" lvl="0" indent="0" algn="l" rtl="0">
              <a:lnSpc>
                <a:spcPct val="100000"/>
              </a:lnSpc>
              <a:spcBef>
                <a:spcPts val="0"/>
              </a:spcBef>
              <a:spcAft>
                <a:spcPts val="0"/>
              </a:spcAft>
              <a:buNone/>
            </a:pPr>
            <a:endParaRPr lang="en-US" altLang="ja-JP" sz="900" b="0" i="0" u="none" strike="noStrike" cap="none" dirty="0">
              <a:solidFill>
                <a:srgbClr val="000000"/>
              </a:solidFill>
              <a:latin typeface="Meiryo"/>
              <a:ea typeface="Meiryo"/>
              <a:cs typeface="Meiryo"/>
              <a:sym typeface="Meiryo"/>
            </a:endParaRPr>
          </a:p>
        </p:txBody>
      </p:sp>
      <p:sp>
        <p:nvSpPr>
          <p:cNvPr id="1083" name="Google Shape;270;p13" descr="OKL-T/6-W12N-C使用 最大6A 小型高効率DCDCコンバーター可変電源キット(降圧)">
            <a:extLst>
              <a:ext uri="{FF2B5EF4-FFF2-40B4-BE49-F238E27FC236}">
                <a16:creationId xmlns:a16="http://schemas.microsoft.com/office/drawing/2014/main" id="{8F4808D3-8A97-A0C0-EAE1-9678DB472F40}"/>
              </a:ext>
            </a:extLst>
          </p:cNvPr>
          <p:cNvSpPr/>
          <p:nvPr/>
        </p:nvSpPr>
        <p:spPr>
          <a:xfrm>
            <a:off x="9689748" y="5932608"/>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84;p13">
            <a:extLst>
              <a:ext uri="{FF2B5EF4-FFF2-40B4-BE49-F238E27FC236}">
                <a16:creationId xmlns:a16="http://schemas.microsoft.com/office/drawing/2014/main" id="{D4A67EBF-43AC-C434-0DF5-4A61DDE4329A}"/>
              </a:ext>
            </a:extLst>
          </p:cNvPr>
          <p:cNvSpPr txBox="1"/>
          <p:nvPr/>
        </p:nvSpPr>
        <p:spPr>
          <a:xfrm>
            <a:off x="11033671" y="3170958"/>
            <a:ext cx="4085678" cy="72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chemeClr val="dk1"/>
                </a:solidFill>
                <a:latin typeface="Meiryo"/>
                <a:ea typeface="Meiryo"/>
                <a:cs typeface="Meiryo"/>
                <a:sym typeface="Meiryo"/>
              </a:rPr>
              <a:t> </a:t>
            </a:r>
            <a:r>
              <a:rPr lang="ja-JP" sz="900" dirty="0">
                <a:solidFill>
                  <a:schemeClr val="dk1"/>
                </a:solidFill>
                <a:latin typeface="Meiryo"/>
                <a:ea typeface="Meiryo"/>
                <a:cs typeface="Meiryo"/>
                <a:sym typeface="Meiryo"/>
              </a:rPr>
              <a:t>③‐１,</a:t>
            </a:r>
            <a:r>
              <a:rPr lang="ja-JP" sz="900" b="0" i="0" u="none" strike="noStrike" cap="none" dirty="0">
                <a:solidFill>
                  <a:schemeClr val="dk1"/>
                </a:solidFill>
                <a:latin typeface="Meiryo"/>
                <a:ea typeface="Meiryo"/>
                <a:cs typeface="Meiryo"/>
                <a:sym typeface="Meiryo"/>
              </a:rPr>
              <a:t>加速度制御をした状態で、ラインを踏んだら、ブレーキをかけるプログラムをつくり、この時、ラインアウトをし壁に当たらない最高速度を見つ</a:t>
            </a:r>
            <a:r>
              <a:rPr lang="ja-JP" sz="900" dirty="0">
                <a:solidFill>
                  <a:schemeClr val="dk1"/>
                </a:solidFill>
                <a:latin typeface="Meiryo"/>
                <a:ea typeface="Meiryo"/>
                <a:cs typeface="Meiryo"/>
                <a:sym typeface="Meiryo"/>
              </a:rPr>
              <a:t>ける。</a:t>
            </a:r>
            <a:endParaRPr sz="900" dirty="0">
              <a:solidFill>
                <a:schemeClr val="dk1"/>
              </a:solidFill>
              <a:latin typeface="Meiryo"/>
              <a:ea typeface="Meiryo"/>
              <a:cs typeface="Meiryo"/>
              <a:sym typeface="Meiryo"/>
            </a:endParaRPr>
          </a:p>
        </p:txBody>
      </p:sp>
      <p:sp>
        <p:nvSpPr>
          <p:cNvPr id="293" name="Google Shape;285;p13">
            <a:extLst>
              <a:ext uri="{FF2B5EF4-FFF2-40B4-BE49-F238E27FC236}">
                <a16:creationId xmlns:a16="http://schemas.microsoft.com/office/drawing/2014/main" id="{8BD8E1D6-6FD1-55AE-FEA2-984B18B76749}"/>
              </a:ext>
            </a:extLst>
          </p:cNvPr>
          <p:cNvSpPr txBox="1"/>
          <p:nvPr/>
        </p:nvSpPr>
        <p:spPr>
          <a:xfrm>
            <a:off x="11001096" y="4712851"/>
            <a:ext cx="407206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ja-JP" sz="900" dirty="0">
                <a:solidFill>
                  <a:schemeClr val="dk1"/>
                </a:solidFill>
                <a:latin typeface="Meiryo"/>
                <a:ea typeface="Meiryo"/>
                <a:cs typeface="Meiryo"/>
                <a:sym typeface="Meiryo"/>
              </a:rPr>
              <a:t>③‐２,</a:t>
            </a:r>
            <a:r>
              <a:rPr lang="ja-JP" sz="900" b="0" i="0" u="none" strike="noStrike" cap="none" dirty="0">
                <a:solidFill>
                  <a:schemeClr val="dk1"/>
                </a:solidFill>
                <a:latin typeface="Meiryo"/>
                <a:ea typeface="Meiryo"/>
                <a:cs typeface="Meiryo"/>
                <a:sym typeface="Meiryo"/>
              </a:rPr>
              <a:t>１の値がわかったので速度制御をした状態で、超音波センサを使い、ある値以下になったとき１の速度に変え、それ以外は最高速度をだすようにし、ラインを踏んだらブレーキをかけるプログラムをつくり、この時、ある値が最低値になる値を見つけることでライン付近では速度を落とし、中心では最高速度をだせるだけしないようにしたロボットをつくることができました。</a:t>
            </a:r>
            <a:endParaRPr sz="900" b="0" i="0" u="none" strike="noStrike" cap="none" dirty="0">
              <a:solidFill>
                <a:schemeClr val="dk1"/>
              </a:solidFill>
              <a:latin typeface="Arial"/>
              <a:ea typeface="Arial"/>
              <a:cs typeface="Arial"/>
              <a:sym typeface="Arial"/>
            </a:endParaRPr>
          </a:p>
        </p:txBody>
      </p:sp>
      <p:sp>
        <p:nvSpPr>
          <p:cNvPr id="296" name="Google Shape;288;p13">
            <a:extLst>
              <a:ext uri="{FF2B5EF4-FFF2-40B4-BE49-F238E27FC236}">
                <a16:creationId xmlns:a16="http://schemas.microsoft.com/office/drawing/2014/main" id="{E8271AD1-E371-3785-9F95-FB87F3D4B67E}"/>
              </a:ext>
            </a:extLst>
          </p:cNvPr>
          <p:cNvSpPr txBox="1"/>
          <p:nvPr/>
        </p:nvSpPr>
        <p:spPr>
          <a:xfrm>
            <a:off x="11028470" y="3643819"/>
            <a:ext cx="1745674"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dirty="0">
                <a:latin typeface="Meiryo"/>
                <a:ea typeface="Meiryo"/>
                <a:cs typeface="Meiryo"/>
                <a:sym typeface="Meiryo"/>
              </a:rPr>
              <a:t>右の表のように速度の基準を変え、</a:t>
            </a:r>
            <a:r>
              <a:rPr lang="ja-JP" sz="900" b="0" i="0" u="none" strike="noStrike" cap="none" dirty="0">
                <a:solidFill>
                  <a:srgbClr val="000000"/>
                </a:solidFill>
                <a:latin typeface="Meiryo"/>
                <a:ea typeface="Meiryo"/>
                <a:cs typeface="Meiryo"/>
                <a:sym typeface="Meiryo"/>
              </a:rPr>
              <a:t>ラインを踏んだ時きれいに止まることができる</a:t>
            </a:r>
            <a:r>
              <a:rPr lang="ja-JP" sz="900" dirty="0">
                <a:latin typeface="Meiryo"/>
                <a:ea typeface="Meiryo"/>
                <a:cs typeface="Meiryo"/>
                <a:sym typeface="Meiryo"/>
              </a:rPr>
              <a:t>かしらべました。このことから基準3500がラインアウトをしない最高速度だとわかりました。</a:t>
            </a:r>
            <a:endParaRPr dirty="0"/>
          </a:p>
        </p:txBody>
      </p:sp>
      <p:pic>
        <p:nvPicPr>
          <p:cNvPr id="297" name="Google Shape;291;p13">
            <a:extLst>
              <a:ext uri="{FF2B5EF4-FFF2-40B4-BE49-F238E27FC236}">
                <a16:creationId xmlns:a16="http://schemas.microsoft.com/office/drawing/2014/main" id="{52785DA9-B2C4-F3E9-EDBB-FA667C567D88}"/>
              </a:ext>
            </a:extLst>
          </p:cNvPr>
          <p:cNvPicPr preferRelativeResize="0"/>
          <p:nvPr/>
        </p:nvPicPr>
        <p:blipFill>
          <a:blip r:embed="rId11">
            <a:alphaModFix/>
          </a:blip>
          <a:stretch>
            <a:fillRect/>
          </a:stretch>
        </p:blipFill>
        <p:spPr>
          <a:xfrm>
            <a:off x="12832976" y="3551251"/>
            <a:ext cx="2120532" cy="1235959"/>
          </a:xfrm>
          <a:prstGeom prst="rect">
            <a:avLst/>
          </a:prstGeom>
          <a:noFill/>
          <a:ln>
            <a:noFill/>
          </a:ln>
        </p:spPr>
      </p:pic>
      <p:pic>
        <p:nvPicPr>
          <p:cNvPr id="298" name="Picture 6">
            <a:extLst>
              <a:ext uri="{FF2B5EF4-FFF2-40B4-BE49-F238E27FC236}">
                <a16:creationId xmlns:a16="http://schemas.microsoft.com/office/drawing/2014/main" id="{E5171A59-5AE9-F94F-ABEE-49950523099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42842" y="3258857"/>
            <a:ext cx="2135553" cy="1230645"/>
          </a:xfrm>
          <a:prstGeom prst="rect">
            <a:avLst/>
          </a:prstGeom>
          <a:noFill/>
          <a:extLst>
            <a:ext uri="{909E8E84-426E-40DD-AFC4-6F175D3DCCD1}">
              <a14:hiddenFill xmlns:a14="http://schemas.microsoft.com/office/drawing/2010/main">
                <a:solidFill>
                  <a:srgbClr val="FFFFFF"/>
                </a:solidFill>
              </a14:hiddenFill>
            </a:ext>
          </a:extLst>
        </p:spPr>
      </p:pic>
      <p:pic>
        <p:nvPicPr>
          <p:cNvPr id="299" name="Picture 8">
            <a:extLst>
              <a:ext uri="{FF2B5EF4-FFF2-40B4-BE49-F238E27FC236}">
                <a16:creationId xmlns:a16="http://schemas.microsoft.com/office/drawing/2014/main" id="{A7E0B485-2D36-6F58-D54E-D941190D49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47596" y="4588316"/>
            <a:ext cx="2126046" cy="1230508"/>
          </a:xfrm>
          <a:prstGeom prst="rect">
            <a:avLst/>
          </a:prstGeom>
          <a:noFill/>
          <a:extLst>
            <a:ext uri="{909E8E84-426E-40DD-AFC4-6F175D3DCCD1}">
              <a14:hiddenFill xmlns:a14="http://schemas.microsoft.com/office/drawing/2010/main">
                <a:solidFill>
                  <a:srgbClr val="FFFFFF"/>
                </a:solidFill>
              </a14:hiddenFill>
            </a:ext>
          </a:extLst>
        </p:spPr>
      </p:pic>
      <p:sp>
        <p:nvSpPr>
          <p:cNvPr id="300" name="Google Shape;269;p13">
            <a:extLst>
              <a:ext uri="{FF2B5EF4-FFF2-40B4-BE49-F238E27FC236}">
                <a16:creationId xmlns:a16="http://schemas.microsoft.com/office/drawing/2014/main" id="{4CEBA2B1-A22C-C82A-2719-A865E2D53148}"/>
              </a:ext>
            </a:extLst>
          </p:cNvPr>
          <p:cNvSpPr txBox="1"/>
          <p:nvPr/>
        </p:nvSpPr>
        <p:spPr>
          <a:xfrm>
            <a:off x="5133883" y="4015299"/>
            <a:ext cx="3679024" cy="156963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dirty="0">
                <a:latin typeface="Meiryo"/>
                <a:ea typeface="Meiryo"/>
                <a:cs typeface="Meiryo"/>
                <a:sym typeface="Meiryo"/>
              </a:rPr>
              <a:t>②ロボットを</a:t>
            </a:r>
            <a:r>
              <a:rPr lang="ja-JP" sz="900" dirty="0">
                <a:solidFill>
                  <a:schemeClr val="dk1"/>
                </a:solidFill>
                <a:latin typeface="Meiryo"/>
                <a:ea typeface="Meiryo"/>
                <a:cs typeface="Meiryo"/>
                <a:sym typeface="Meiryo"/>
              </a:rPr>
              <a:t>数秒走らせ、加速度制御を使いある一定の秒数がたつと速度の基準を下げた場合と、加速度制御なしである一定の秒数がたつとモーターの回転数を下げた場合をそれぞれ速度と時間のグラフで比べます。</a:t>
            </a:r>
            <a:r>
              <a:rPr lang="ja-JP" sz="900" b="0" i="0" u="none" strike="noStrike" cap="none" dirty="0">
                <a:solidFill>
                  <a:schemeClr val="dk1"/>
                </a:solidFill>
                <a:latin typeface="Meiryo"/>
                <a:ea typeface="Meiryo"/>
                <a:cs typeface="Meiryo"/>
                <a:sym typeface="Meiryo"/>
              </a:rPr>
              <a:t>グラフから、制御ありの方が速度一定になってから変化し始めており、なしの方は、速度が上がり続けて変化し始めていることがわかります。また、変化</a:t>
            </a:r>
            <a:r>
              <a:rPr lang="ja-JP" sz="900" dirty="0">
                <a:solidFill>
                  <a:schemeClr val="dk1"/>
                </a:solidFill>
                <a:latin typeface="Meiryo"/>
                <a:ea typeface="Meiryo"/>
                <a:cs typeface="Meiryo"/>
                <a:sym typeface="Meiryo"/>
              </a:rPr>
              <a:t>の</a:t>
            </a:r>
            <a:r>
              <a:rPr lang="ja-JP" sz="900" b="0" i="0" u="none" strike="noStrike" cap="none" dirty="0">
                <a:solidFill>
                  <a:schemeClr val="dk1"/>
                </a:solidFill>
                <a:latin typeface="Meiryo"/>
                <a:ea typeface="Meiryo"/>
                <a:cs typeface="Meiryo"/>
                <a:sym typeface="Meiryo"/>
              </a:rPr>
              <a:t>仕方はあり</a:t>
            </a:r>
            <a:r>
              <a:rPr lang="ja-JP" sz="900" dirty="0">
                <a:solidFill>
                  <a:schemeClr val="dk1"/>
                </a:solidFill>
                <a:latin typeface="Meiryo"/>
                <a:ea typeface="Meiryo"/>
                <a:cs typeface="Meiryo"/>
                <a:sym typeface="Meiryo"/>
              </a:rPr>
              <a:t>（緑）</a:t>
            </a:r>
            <a:r>
              <a:rPr lang="ja-JP" sz="900" b="0" i="0" u="none" strike="noStrike" cap="none" dirty="0">
                <a:solidFill>
                  <a:schemeClr val="dk1"/>
                </a:solidFill>
                <a:latin typeface="Meiryo"/>
                <a:ea typeface="Meiryo"/>
                <a:cs typeface="Meiryo"/>
                <a:sym typeface="Meiryo"/>
              </a:rPr>
              <a:t>となし</a:t>
            </a:r>
            <a:r>
              <a:rPr lang="ja-JP" sz="900" dirty="0">
                <a:solidFill>
                  <a:schemeClr val="dk1"/>
                </a:solidFill>
                <a:latin typeface="Meiryo"/>
                <a:ea typeface="Meiryo"/>
                <a:cs typeface="Meiryo"/>
                <a:sym typeface="Meiryo"/>
              </a:rPr>
              <a:t>（オレンジ）</a:t>
            </a:r>
            <a:r>
              <a:rPr lang="ja-JP" sz="900" b="0" i="0" u="none" strike="noStrike" cap="none" dirty="0">
                <a:solidFill>
                  <a:schemeClr val="dk1"/>
                </a:solidFill>
                <a:latin typeface="Meiryo"/>
                <a:ea typeface="Meiryo"/>
                <a:cs typeface="Meiryo"/>
                <a:sym typeface="Meiryo"/>
              </a:rPr>
              <a:t>を比べると、ありのほうが傾きが急であることがわかりました。</a:t>
            </a:r>
            <a:r>
              <a:rPr lang="ja-JP" sz="900" dirty="0">
                <a:solidFill>
                  <a:schemeClr val="dk1"/>
                </a:solidFill>
                <a:latin typeface="Meiryo"/>
                <a:ea typeface="Meiryo"/>
                <a:cs typeface="Meiryo"/>
                <a:sym typeface="Meiryo"/>
              </a:rPr>
              <a:t>⇒</a:t>
            </a:r>
            <a:r>
              <a:rPr lang="ja-JP" sz="900" b="0" i="0" u="none" strike="noStrike" cap="none" dirty="0">
                <a:solidFill>
                  <a:schemeClr val="dk1"/>
                </a:solidFill>
                <a:latin typeface="Meiryo"/>
                <a:ea typeface="Meiryo"/>
                <a:cs typeface="Meiryo"/>
                <a:sym typeface="Meiryo"/>
              </a:rPr>
              <a:t>これらの事から、制御を行うとどれも速度が一定になり、速度を落とす</a:t>
            </a:r>
            <a:r>
              <a:rPr lang="ja-JP" sz="900" dirty="0">
                <a:solidFill>
                  <a:schemeClr val="dk1"/>
                </a:solidFill>
                <a:latin typeface="Meiryo"/>
                <a:ea typeface="Meiryo"/>
                <a:cs typeface="Meiryo"/>
                <a:sym typeface="Meiryo"/>
              </a:rPr>
              <a:t>とき加速度制御を使用しているほうが</a:t>
            </a:r>
            <a:r>
              <a:rPr lang="ja-JP" sz="900" b="0" i="0" u="none" strike="noStrike" cap="none" dirty="0">
                <a:solidFill>
                  <a:schemeClr val="dk1"/>
                </a:solidFill>
                <a:latin typeface="Meiryo"/>
                <a:ea typeface="Meiryo"/>
                <a:cs typeface="Meiryo"/>
                <a:sym typeface="Meiryo"/>
              </a:rPr>
              <a:t>傾きが急になっていることがわかりました。</a:t>
            </a:r>
            <a:endParaRPr sz="900" b="0" i="0" u="none" strike="noStrike" cap="none" dirty="0">
              <a:solidFill>
                <a:srgbClr val="000000"/>
              </a:solidFill>
              <a:latin typeface="Meiryo"/>
              <a:ea typeface="Meiryo"/>
              <a:cs typeface="Meiryo"/>
              <a:sym typeface="Meiryo"/>
            </a:endParaRPr>
          </a:p>
        </p:txBody>
      </p:sp>
      <p:sp>
        <p:nvSpPr>
          <p:cNvPr id="301" name="Google Shape;269;p13">
            <a:extLst>
              <a:ext uri="{FF2B5EF4-FFF2-40B4-BE49-F238E27FC236}">
                <a16:creationId xmlns:a16="http://schemas.microsoft.com/office/drawing/2014/main" id="{DD5B4933-2B32-A2AE-81AE-62FEDB7A954F}"/>
              </a:ext>
            </a:extLst>
          </p:cNvPr>
          <p:cNvSpPr txBox="1"/>
          <p:nvPr/>
        </p:nvSpPr>
        <p:spPr>
          <a:xfrm>
            <a:off x="5135262" y="3175575"/>
            <a:ext cx="3736888"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Font typeface="Arial"/>
              <a:buNone/>
            </a:pPr>
            <a:r>
              <a:rPr lang="ja-JP" sz="900" dirty="0">
                <a:solidFill>
                  <a:schemeClr val="dk1"/>
                </a:solidFill>
                <a:latin typeface="Meiryo"/>
                <a:ea typeface="Meiryo"/>
                <a:cs typeface="Meiryo"/>
                <a:sym typeface="Meiryo"/>
              </a:rPr>
              <a:t>①ロボットを停止した状態から走らせ加速度制御をしたときと加速度制御をしていないときの速度と時間のグラフをくらべます。グラフを見ると、制御ありの方（左のグラフ）は、速度が一定で、なしの方（右のグラフ）は速度が上がり続けていことがわかります。</a:t>
            </a:r>
            <a:endParaRPr sz="900" b="0" i="0" u="none" strike="noStrike" cap="none" dirty="0">
              <a:solidFill>
                <a:schemeClr val="dk1"/>
              </a:solidFill>
              <a:latin typeface="Meiryo"/>
              <a:ea typeface="Meiryo"/>
              <a:cs typeface="Meiryo"/>
              <a:sym typeface="Meiryo"/>
            </a:endParaRPr>
          </a:p>
        </p:txBody>
      </p:sp>
      <p:sp>
        <p:nvSpPr>
          <p:cNvPr id="302" name="四角形: 角を丸くする 301">
            <a:extLst>
              <a:ext uri="{FF2B5EF4-FFF2-40B4-BE49-F238E27FC236}">
                <a16:creationId xmlns:a16="http://schemas.microsoft.com/office/drawing/2014/main" id="{021AAE84-2843-EC93-2009-50DCF740CAA8}"/>
              </a:ext>
            </a:extLst>
          </p:cNvPr>
          <p:cNvSpPr/>
          <p:nvPr/>
        </p:nvSpPr>
        <p:spPr>
          <a:xfrm>
            <a:off x="65924" y="6235700"/>
            <a:ext cx="4607676" cy="4243813"/>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2" name="四角形: 角を丸くする 1091">
            <a:extLst>
              <a:ext uri="{FF2B5EF4-FFF2-40B4-BE49-F238E27FC236}">
                <a16:creationId xmlns:a16="http://schemas.microsoft.com/office/drawing/2014/main" id="{1B1D5083-A41C-AA15-1E2F-C754B65AA27C}"/>
              </a:ext>
            </a:extLst>
          </p:cNvPr>
          <p:cNvSpPr/>
          <p:nvPr/>
        </p:nvSpPr>
        <p:spPr>
          <a:xfrm>
            <a:off x="936862" y="604696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93" name="直線コネクタ 1092">
            <a:extLst>
              <a:ext uri="{FF2B5EF4-FFF2-40B4-BE49-F238E27FC236}">
                <a16:creationId xmlns:a16="http://schemas.microsoft.com/office/drawing/2014/main" id="{F2A0B6C6-3022-462D-8D74-995B59AA833F}"/>
              </a:ext>
            </a:extLst>
          </p:cNvPr>
          <p:cNvCxnSpPr>
            <a:cxnSpLocks/>
          </p:cNvCxnSpPr>
          <p:nvPr/>
        </p:nvCxnSpPr>
        <p:spPr>
          <a:xfrm>
            <a:off x="878993" y="625025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094" name="Google Shape;94;p13">
            <a:extLst>
              <a:ext uri="{FF2B5EF4-FFF2-40B4-BE49-F238E27FC236}">
                <a16:creationId xmlns:a16="http://schemas.microsoft.com/office/drawing/2014/main" id="{E95752F2-966B-D4CD-C599-73B46F5D6210}"/>
              </a:ext>
            </a:extLst>
          </p:cNvPr>
          <p:cNvSpPr txBox="1"/>
          <p:nvPr/>
        </p:nvSpPr>
        <p:spPr>
          <a:xfrm>
            <a:off x="816696" y="5984535"/>
            <a:ext cx="3104162"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i="0" strike="noStrike" cap="none" dirty="0">
                <a:solidFill>
                  <a:schemeClr val="tx1"/>
                </a:solidFill>
                <a:latin typeface="Meiryo"/>
                <a:ea typeface="Meiryo"/>
                <a:cs typeface="Meiryo"/>
                <a:sym typeface="Meiryo"/>
              </a:rPr>
              <a:t>より早く目標の速度にするために</a:t>
            </a:r>
            <a:endParaRPr sz="1500" b="1" i="0" strike="noStrike" cap="none" dirty="0">
              <a:solidFill>
                <a:schemeClr val="tx1"/>
              </a:solidFill>
              <a:latin typeface="Meiryo"/>
              <a:ea typeface="Meiryo"/>
              <a:cs typeface="Meiryo"/>
              <a:sym typeface="Meiryo"/>
            </a:endParaRPr>
          </a:p>
        </p:txBody>
      </p:sp>
      <p:sp>
        <p:nvSpPr>
          <p:cNvPr id="1095" name="フローチャート: 結合子 1094">
            <a:extLst>
              <a:ext uri="{FF2B5EF4-FFF2-40B4-BE49-F238E27FC236}">
                <a16:creationId xmlns:a16="http://schemas.microsoft.com/office/drawing/2014/main" id="{157B2D48-31A8-1DBF-B79C-B2B9296307BF}"/>
              </a:ext>
            </a:extLst>
          </p:cNvPr>
          <p:cNvSpPr/>
          <p:nvPr/>
        </p:nvSpPr>
        <p:spPr>
          <a:xfrm>
            <a:off x="3834131" y="614954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96" name="フローチャート: 結合子 1095">
            <a:extLst>
              <a:ext uri="{FF2B5EF4-FFF2-40B4-BE49-F238E27FC236}">
                <a16:creationId xmlns:a16="http://schemas.microsoft.com/office/drawing/2014/main" id="{03A49AE9-C07E-0835-43F1-B1FEEEA39709}"/>
              </a:ext>
            </a:extLst>
          </p:cNvPr>
          <p:cNvSpPr/>
          <p:nvPr/>
        </p:nvSpPr>
        <p:spPr>
          <a:xfrm>
            <a:off x="765760" y="617198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97" name="Picture 10">
            <a:extLst>
              <a:ext uri="{FF2B5EF4-FFF2-40B4-BE49-F238E27FC236}">
                <a16:creationId xmlns:a16="http://schemas.microsoft.com/office/drawing/2014/main" id="{A42F9956-FF5A-D5F9-7C98-62C34FAA496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473" y="7793018"/>
            <a:ext cx="4106453" cy="2468240"/>
          </a:xfrm>
          <a:prstGeom prst="rect">
            <a:avLst/>
          </a:prstGeom>
          <a:noFill/>
          <a:extLst>
            <a:ext uri="{909E8E84-426E-40DD-AFC4-6F175D3DCCD1}">
              <a14:hiddenFill xmlns:a14="http://schemas.microsoft.com/office/drawing/2010/main">
                <a:solidFill>
                  <a:srgbClr val="FFFFFF"/>
                </a:solidFill>
              </a14:hiddenFill>
            </a:ext>
          </a:extLst>
        </p:spPr>
      </p:pic>
      <p:sp>
        <p:nvSpPr>
          <p:cNvPr id="1100" name="Google Shape;276;p13">
            <a:extLst>
              <a:ext uri="{FF2B5EF4-FFF2-40B4-BE49-F238E27FC236}">
                <a16:creationId xmlns:a16="http://schemas.microsoft.com/office/drawing/2014/main" id="{478BD3F3-F26F-6E11-F832-5D19B542F5EE}"/>
              </a:ext>
            </a:extLst>
          </p:cNvPr>
          <p:cNvSpPr txBox="1"/>
          <p:nvPr/>
        </p:nvSpPr>
        <p:spPr>
          <a:xfrm>
            <a:off x="75030" y="6385663"/>
            <a:ext cx="4711562" cy="13387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dirty="0">
                <a:solidFill>
                  <a:srgbClr val="000000"/>
                </a:solidFill>
                <a:latin typeface="Meiryo"/>
                <a:ea typeface="Meiryo"/>
                <a:cs typeface="Meiryo"/>
                <a:sym typeface="Meiryo"/>
              </a:rPr>
              <a:t>以前まで使用していたロボサイトモーター（旧モーターのグラフ）はスピードが遅かったため、トルクが大きく、大きさもコンパクトでブラシも焼けにくいジョンミンモーターを使用しようと思いました。そこで本当にジョンミンモーターを使用することで、スピードがあがっているのか記録テープを使用し検証することにしました。検証は、ロボサイトモーターとジョンミンモーター、両方にC-styleで同じ％、プログラムし一定の距離を前進させました。v＝速度（cm/s）、t＝時間(s)とし、検証したことを横軸がｔ、縦軸がｖになるグラフをつくり比較しました。グラフから、ロボサイトモーターよりジョンミンモーターのほうが速度が出ていることがわかります。これらの理由から、ジョンミンモーターを使用することにしました。</a:t>
            </a:r>
            <a:endParaRPr sz="1400" b="0" i="0" u="none" strike="noStrike" cap="none" dirty="0">
              <a:solidFill>
                <a:srgbClr val="000000"/>
              </a:solidFill>
              <a:latin typeface="Arial"/>
              <a:ea typeface="Arial"/>
              <a:cs typeface="Arial"/>
              <a:sym typeface="Arial"/>
            </a:endParaRPr>
          </a:p>
        </p:txBody>
      </p:sp>
      <p:sp>
        <p:nvSpPr>
          <p:cNvPr id="1106" name="四角形: 角を丸くする 1105">
            <a:extLst>
              <a:ext uri="{FF2B5EF4-FFF2-40B4-BE49-F238E27FC236}">
                <a16:creationId xmlns:a16="http://schemas.microsoft.com/office/drawing/2014/main" id="{FE6E8D4C-5EA1-DEFC-3C0F-680826F04727}"/>
              </a:ext>
            </a:extLst>
          </p:cNvPr>
          <p:cNvSpPr/>
          <p:nvPr/>
        </p:nvSpPr>
        <p:spPr>
          <a:xfrm>
            <a:off x="4841124" y="6235700"/>
            <a:ext cx="4607676" cy="4243813"/>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7" name="四角形: 角を丸くする 1106">
            <a:extLst>
              <a:ext uri="{FF2B5EF4-FFF2-40B4-BE49-F238E27FC236}">
                <a16:creationId xmlns:a16="http://schemas.microsoft.com/office/drawing/2014/main" id="{33F55CA3-2F58-77D8-50A5-44A2CB7727FF}"/>
              </a:ext>
            </a:extLst>
          </p:cNvPr>
          <p:cNvSpPr/>
          <p:nvPr/>
        </p:nvSpPr>
        <p:spPr>
          <a:xfrm>
            <a:off x="5712062" y="604696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08" name="直線コネクタ 1107">
            <a:extLst>
              <a:ext uri="{FF2B5EF4-FFF2-40B4-BE49-F238E27FC236}">
                <a16:creationId xmlns:a16="http://schemas.microsoft.com/office/drawing/2014/main" id="{4AED962D-36E8-F003-9F56-3790999C693B}"/>
              </a:ext>
            </a:extLst>
          </p:cNvPr>
          <p:cNvCxnSpPr>
            <a:cxnSpLocks/>
          </p:cNvCxnSpPr>
          <p:nvPr/>
        </p:nvCxnSpPr>
        <p:spPr>
          <a:xfrm>
            <a:off x="5654193" y="625025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09" name="Google Shape;94;p13">
            <a:extLst>
              <a:ext uri="{FF2B5EF4-FFF2-40B4-BE49-F238E27FC236}">
                <a16:creationId xmlns:a16="http://schemas.microsoft.com/office/drawing/2014/main" id="{DFC70497-9FA4-EAB6-69D2-36D1BCDF0FDE}"/>
              </a:ext>
            </a:extLst>
          </p:cNvPr>
          <p:cNvSpPr txBox="1"/>
          <p:nvPr/>
        </p:nvSpPr>
        <p:spPr>
          <a:xfrm>
            <a:off x="5845896" y="5984535"/>
            <a:ext cx="3104162"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i="0" strike="noStrike" cap="none" dirty="0">
                <a:solidFill>
                  <a:schemeClr val="tx1"/>
                </a:solidFill>
                <a:latin typeface="Meiryo"/>
                <a:ea typeface="Meiryo"/>
                <a:cs typeface="Meiryo"/>
                <a:sym typeface="Meiryo"/>
              </a:rPr>
              <a:t>移動平均を実装するだけで</a:t>
            </a:r>
            <a:endParaRPr sz="1500" b="1" i="0" strike="noStrike" cap="none" dirty="0">
              <a:solidFill>
                <a:schemeClr val="tx1"/>
              </a:solidFill>
              <a:latin typeface="Meiryo"/>
              <a:ea typeface="Meiryo"/>
              <a:cs typeface="Meiryo"/>
              <a:sym typeface="Meiryo"/>
            </a:endParaRPr>
          </a:p>
        </p:txBody>
      </p:sp>
      <p:sp>
        <p:nvSpPr>
          <p:cNvPr id="1110" name="フローチャート: 結合子 1109">
            <a:extLst>
              <a:ext uri="{FF2B5EF4-FFF2-40B4-BE49-F238E27FC236}">
                <a16:creationId xmlns:a16="http://schemas.microsoft.com/office/drawing/2014/main" id="{0A1FE148-7B22-73C0-C2A1-FD9E3600C0D4}"/>
              </a:ext>
            </a:extLst>
          </p:cNvPr>
          <p:cNvSpPr/>
          <p:nvPr/>
        </p:nvSpPr>
        <p:spPr>
          <a:xfrm>
            <a:off x="8609331" y="614954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1" name="フローチャート: 結合子 1110">
            <a:extLst>
              <a:ext uri="{FF2B5EF4-FFF2-40B4-BE49-F238E27FC236}">
                <a16:creationId xmlns:a16="http://schemas.microsoft.com/office/drawing/2014/main" id="{6C30DD5F-5BE1-629F-0584-B3BF71E74572}"/>
              </a:ext>
            </a:extLst>
          </p:cNvPr>
          <p:cNvSpPr/>
          <p:nvPr/>
        </p:nvSpPr>
        <p:spPr>
          <a:xfrm>
            <a:off x="5540960" y="617198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3" name="Google Shape;276;p13">
            <a:extLst>
              <a:ext uri="{FF2B5EF4-FFF2-40B4-BE49-F238E27FC236}">
                <a16:creationId xmlns:a16="http://schemas.microsoft.com/office/drawing/2014/main" id="{212E27B3-0FE4-F021-8A16-B583763E56DC}"/>
              </a:ext>
            </a:extLst>
          </p:cNvPr>
          <p:cNvSpPr txBox="1"/>
          <p:nvPr/>
        </p:nvSpPr>
        <p:spPr>
          <a:xfrm>
            <a:off x="4850230" y="6385663"/>
            <a:ext cx="456047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900" b="0" i="0" dirty="0">
                <a:effectLst/>
                <a:latin typeface="メイリオ" panose="020B0604030504040204" pitchFamily="50" charset="-128"/>
                <a:ea typeface="メイリオ" panose="020B0604030504040204" pitchFamily="50" charset="-128"/>
              </a:rPr>
              <a:t>以前までは、</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ボールの角度を距離を出そうとするとブレが大きく、使い物になりませんでした。そのブレを無くすために、</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センサのアナログ値の移動平均を求めることで ブレをできる限りおさえるようと考えました。 </a:t>
            </a:r>
            <a:r>
              <a:rPr lang="en-US" altLang="ja-JP" sz="900" b="0" i="0" dirty="0">
                <a:effectLst/>
                <a:latin typeface="メイリオ" panose="020B0604030504040204" pitchFamily="50" charset="-128"/>
                <a:ea typeface="メイリオ" panose="020B0604030504040204" pitchFamily="50" charset="-128"/>
              </a:rPr>
              <a:t>1,</a:t>
            </a:r>
            <a:r>
              <a:rPr lang="ja-JP" altLang="en-US" sz="900" b="0" i="0" dirty="0">
                <a:effectLst/>
                <a:latin typeface="メイリオ" panose="020B0604030504040204" pitchFamily="50" charset="-128"/>
                <a:ea typeface="メイリオ" panose="020B0604030504040204" pitchFamily="50" charset="-128"/>
              </a:rPr>
              <a:t>まず初めに、区間数</a:t>
            </a:r>
            <a:r>
              <a:rPr lang="en-US" altLang="ja-JP" sz="900" b="0" i="0" dirty="0">
                <a:effectLst/>
                <a:latin typeface="メイリオ" panose="020B0604030504040204" pitchFamily="50" charset="-128"/>
                <a:ea typeface="メイリオ" panose="020B0604030504040204" pitchFamily="50" charset="-128"/>
              </a:rPr>
              <a:t>10</a:t>
            </a:r>
            <a:r>
              <a:rPr lang="ja-JP" altLang="en-US" sz="900" b="0" i="0" dirty="0">
                <a:effectLst/>
                <a:latin typeface="メイリオ" panose="020B0604030504040204" pitchFamily="50" charset="-128"/>
                <a:ea typeface="メイリオ" panose="020B0604030504040204" pitchFamily="50" charset="-128"/>
              </a:rPr>
              <a:t>で移動平均を求めた場合と使用しなかった場合で比べてみました。 　検証方法 ・</a:t>
            </a:r>
            <a:r>
              <a:rPr lang="en-US" altLang="ja-JP" sz="900" b="0" i="0" dirty="0">
                <a:effectLst/>
                <a:latin typeface="メイリオ" panose="020B0604030504040204" pitchFamily="50" charset="-128"/>
                <a:ea typeface="メイリオ" panose="020B0604030504040204" pitchFamily="50" charset="-128"/>
              </a:rPr>
              <a:t>IR</a:t>
            </a:r>
            <a:r>
              <a:rPr lang="ja-JP" altLang="en-US" sz="900" b="0" i="0" dirty="0">
                <a:effectLst/>
                <a:latin typeface="メイリオ" panose="020B0604030504040204" pitchFamily="50" charset="-128"/>
                <a:ea typeface="メイリオ" panose="020B0604030504040204" pitchFamily="50" charset="-128"/>
              </a:rPr>
              <a:t>センサから一定の速度でボールを遠ざけていきその値の変化を調べる。 　結果 　　 </a:t>
            </a:r>
            <a:r>
              <a:rPr lang="en-US" altLang="ja-JP" sz="900" b="0" i="0" dirty="0">
                <a:effectLst/>
                <a:latin typeface="メイリオ" panose="020B0604030504040204" pitchFamily="50" charset="-128"/>
                <a:ea typeface="メイリオ" panose="020B0604030504040204" pitchFamily="50" charset="-128"/>
              </a:rPr>
              <a:t>2,</a:t>
            </a:r>
            <a:r>
              <a:rPr lang="ja-JP" altLang="en-US" sz="900" b="0" i="0" dirty="0">
                <a:effectLst/>
                <a:latin typeface="メイリオ" panose="020B0604030504040204" pitchFamily="50" charset="-128"/>
                <a:ea typeface="メイリオ" panose="020B0604030504040204" pitchFamily="50" charset="-128"/>
              </a:rPr>
              <a:t>次に区間数</a:t>
            </a:r>
            <a:r>
              <a:rPr lang="en-US" altLang="ja-JP" sz="900" b="0" i="0" dirty="0">
                <a:effectLst/>
                <a:latin typeface="メイリオ" panose="020B0604030504040204" pitchFamily="50" charset="-128"/>
                <a:ea typeface="メイリオ" panose="020B0604030504040204" pitchFamily="50" charset="-128"/>
              </a:rPr>
              <a:t>100</a:t>
            </a:r>
            <a:r>
              <a:rPr lang="ja-JP" altLang="en-US" sz="900" b="0" i="0" dirty="0">
                <a:effectLst/>
                <a:latin typeface="メイリオ" panose="020B0604030504040204" pitchFamily="50" charset="-128"/>
                <a:ea typeface="メイリオ" panose="020B0604030504040204" pitchFamily="50" charset="-128"/>
              </a:rPr>
              <a:t>の場合と区間数</a:t>
            </a:r>
            <a:r>
              <a:rPr lang="en-US" altLang="ja-JP" sz="900" b="0" i="0" dirty="0">
                <a:effectLst/>
                <a:latin typeface="メイリオ" panose="020B0604030504040204" pitchFamily="50" charset="-128"/>
                <a:ea typeface="メイリオ" panose="020B0604030504040204" pitchFamily="50" charset="-128"/>
              </a:rPr>
              <a:t>10</a:t>
            </a:r>
            <a:r>
              <a:rPr lang="ja-JP" altLang="en-US" sz="900" b="0" i="0" dirty="0">
                <a:effectLst/>
                <a:latin typeface="メイリオ" panose="020B0604030504040204" pitchFamily="50" charset="-128"/>
                <a:ea typeface="メイリオ" panose="020B0604030504040204" pitchFamily="50" charset="-128"/>
              </a:rPr>
              <a:t>の場合を比べました。 検証方法 　　・</a:t>
            </a:r>
            <a:r>
              <a:rPr lang="en-US" altLang="ja-JP" sz="900" b="0" i="0" dirty="0">
                <a:effectLst/>
                <a:latin typeface="メイリオ" panose="020B0604030504040204" pitchFamily="50" charset="-128"/>
                <a:ea typeface="メイリオ" panose="020B0604030504040204" pitchFamily="50" charset="-128"/>
              </a:rPr>
              <a:t>1</a:t>
            </a:r>
            <a:r>
              <a:rPr lang="ja-JP" altLang="en-US" sz="900" b="0" i="0" dirty="0">
                <a:effectLst/>
                <a:latin typeface="メイリオ" panose="020B0604030504040204" pitchFamily="50" charset="-128"/>
                <a:ea typeface="メイリオ" panose="020B0604030504040204" pitchFamily="50" charset="-128"/>
              </a:rPr>
              <a:t>と同様にして、その値の変化を調べる。 　結果 　　 これらの検証から移動平均を使うことによって、値を滑らかにすることができるとわかりました。</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14" name="Picture 12">
            <a:extLst>
              <a:ext uri="{FF2B5EF4-FFF2-40B4-BE49-F238E27FC236}">
                <a16:creationId xmlns:a16="http://schemas.microsoft.com/office/drawing/2014/main" id="{273DE888-9FF6-D2E4-1676-335CEB04404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53183" y="7795652"/>
            <a:ext cx="4017933" cy="2431063"/>
          </a:xfrm>
          <a:prstGeom prst="rect">
            <a:avLst/>
          </a:prstGeom>
          <a:noFill/>
          <a:extLst>
            <a:ext uri="{909E8E84-426E-40DD-AFC4-6F175D3DCCD1}">
              <a14:hiddenFill xmlns:a14="http://schemas.microsoft.com/office/drawing/2010/main">
                <a:solidFill>
                  <a:srgbClr val="FFFFFF"/>
                </a:solidFill>
              </a14:hiddenFill>
            </a:ext>
          </a:extLst>
        </p:spPr>
      </p:pic>
      <p:sp>
        <p:nvSpPr>
          <p:cNvPr id="1117" name="Google Shape;270;p13" descr="OKL-T/6-W12N-C使用 最大6A 小型高効率DCDCコンバーター可変電源キット(降圧)">
            <a:extLst>
              <a:ext uri="{FF2B5EF4-FFF2-40B4-BE49-F238E27FC236}">
                <a16:creationId xmlns:a16="http://schemas.microsoft.com/office/drawing/2014/main" id="{B5C43E37-0976-633D-D4E8-BE8EE21D59C1}"/>
              </a:ext>
            </a:extLst>
          </p:cNvPr>
          <p:cNvSpPr/>
          <p:nvPr/>
        </p:nvSpPr>
        <p:spPr>
          <a:xfrm>
            <a:off x="14738365" y="5988676"/>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四角形: 角を丸くする 1117">
            <a:extLst>
              <a:ext uri="{FF2B5EF4-FFF2-40B4-BE49-F238E27FC236}">
                <a16:creationId xmlns:a16="http://schemas.microsoft.com/office/drawing/2014/main" id="{5C82C814-330A-9D37-0387-BB37E936ADD1}"/>
              </a:ext>
            </a:extLst>
          </p:cNvPr>
          <p:cNvSpPr/>
          <p:nvPr/>
        </p:nvSpPr>
        <p:spPr>
          <a:xfrm>
            <a:off x="9626600" y="6291769"/>
            <a:ext cx="5446555" cy="1975932"/>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9" name="四角形: 角を丸くする 1118">
            <a:extLst>
              <a:ext uri="{FF2B5EF4-FFF2-40B4-BE49-F238E27FC236}">
                <a16:creationId xmlns:a16="http://schemas.microsoft.com/office/drawing/2014/main" id="{720E8838-986F-A3EB-1B36-E04F28D82746}"/>
              </a:ext>
            </a:extLst>
          </p:cNvPr>
          <p:cNvSpPr/>
          <p:nvPr/>
        </p:nvSpPr>
        <p:spPr>
          <a:xfrm>
            <a:off x="10760679" y="6103032"/>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20" name="直線コネクタ 1119">
            <a:extLst>
              <a:ext uri="{FF2B5EF4-FFF2-40B4-BE49-F238E27FC236}">
                <a16:creationId xmlns:a16="http://schemas.microsoft.com/office/drawing/2014/main" id="{270B6999-1344-18D0-DD8B-D1A172231717}"/>
              </a:ext>
            </a:extLst>
          </p:cNvPr>
          <p:cNvCxnSpPr>
            <a:cxnSpLocks/>
          </p:cNvCxnSpPr>
          <p:nvPr/>
        </p:nvCxnSpPr>
        <p:spPr>
          <a:xfrm>
            <a:off x="10702810" y="6306319"/>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21" name="Google Shape;94;p13">
            <a:extLst>
              <a:ext uri="{FF2B5EF4-FFF2-40B4-BE49-F238E27FC236}">
                <a16:creationId xmlns:a16="http://schemas.microsoft.com/office/drawing/2014/main" id="{0A7B3F9B-2406-8681-EE1D-286422C58B7E}"/>
              </a:ext>
            </a:extLst>
          </p:cNvPr>
          <p:cNvSpPr txBox="1"/>
          <p:nvPr/>
        </p:nvSpPr>
        <p:spPr>
          <a:xfrm>
            <a:off x="10894513" y="6040603"/>
            <a:ext cx="179278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ボール補足ゾーン</a:t>
            </a:r>
            <a:endParaRPr sz="1500" b="1" i="0" strike="noStrike" cap="none" dirty="0">
              <a:solidFill>
                <a:schemeClr val="tx1"/>
              </a:solidFill>
              <a:latin typeface="Meiryo"/>
              <a:ea typeface="Meiryo"/>
              <a:cs typeface="Meiryo"/>
              <a:sym typeface="Meiryo"/>
            </a:endParaRPr>
          </a:p>
        </p:txBody>
      </p:sp>
      <p:sp>
        <p:nvSpPr>
          <p:cNvPr id="1122" name="フローチャート: 結合子 1121">
            <a:extLst>
              <a:ext uri="{FF2B5EF4-FFF2-40B4-BE49-F238E27FC236}">
                <a16:creationId xmlns:a16="http://schemas.microsoft.com/office/drawing/2014/main" id="{B0C6A77D-4861-9C2B-BE2D-0E83BA6C3A05}"/>
              </a:ext>
            </a:extLst>
          </p:cNvPr>
          <p:cNvSpPr/>
          <p:nvPr/>
        </p:nvSpPr>
        <p:spPr>
          <a:xfrm>
            <a:off x="13657948" y="6205608"/>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23" name="フローチャート: 結合子 1122">
            <a:extLst>
              <a:ext uri="{FF2B5EF4-FFF2-40B4-BE49-F238E27FC236}">
                <a16:creationId xmlns:a16="http://schemas.microsoft.com/office/drawing/2014/main" id="{7D1612ED-319E-288D-C103-8C02A7A9FEC4}"/>
              </a:ext>
            </a:extLst>
          </p:cNvPr>
          <p:cNvSpPr/>
          <p:nvPr/>
        </p:nvSpPr>
        <p:spPr>
          <a:xfrm>
            <a:off x="10589577" y="6228049"/>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24" name="Google Shape;276;p13">
            <a:extLst>
              <a:ext uri="{FF2B5EF4-FFF2-40B4-BE49-F238E27FC236}">
                <a16:creationId xmlns:a16="http://schemas.microsoft.com/office/drawing/2014/main" id="{E1C01336-0795-DF8C-038E-36DFB3013E40}"/>
              </a:ext>
            </a:extLst>
          </p:cNvPr>
          <p:cNvSpPr txBox="1"/>
          <p:nvPr/>
        </p:nvSpPr>
        <p:spPr>
          <a:xfrm>
            <a:off x="9990608" y="6467131"/>
            <a:ext cx="4560470" cy="2615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1100" dirty="0">
                <a:latin typeface="メイリオ" panose="020B0604030504040204" pitchFamily="50" charset="-128"/>
                <a:ea typeface="メイリオ" panose="020B0604030504040204" pitchFamily="50" charset="-128"/>
              </a:rPr>
              <a:t>ぼ</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26" name="Picture 14">
            <a:extLst>
              <a:ext uri="{FF2B5EF4-FFF2-40B4-BE49-F238E27FC236}">
                <a16:creationId xmlns:a16="http://schemas.microsoft.com/office/drawing/2014/main" id="{6A7F128D-681D-24E9-1575-057E2F0C90F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575619" y="6658730"/>
            <a:ext cx="1497537" cy="990307"/>
          </a:xfrm>
          <a:prstGeom prst="rect">
            <a:avLst/>
          </a:prstGeom>
          <a:noFill/>
          <a:extLst>
            <a:ext uri="{909E8E84-426E-40DD-AFC4-6F175D3DCCD1}">
              <a14:hiddenFill xmlns:a14="http://schemas.microsoft.com/office/drawing/2010/main">
                <a:solidFill>
                  <a:srgbClr val="FFFFFF"/>
                </a:solidFill>
              </a14:hiddenFill>
            </a:ext>
          </a:extLst>
        </p:spPr>
      </p:pic>
      <p:sp>
        <p:nvSpPr>
          <p:cNvPr id="1127" name="Google Shape;270;p13" descr="OKL-T/6-W12N-C使用 最大6A 小型高効率DCDCコンバーター可変電源キット(降圧)">
            <a:extLst>
              <a:ext uri="{FF2B5EF4-FFF2-40B4-BE49-F238E27FC236}">
                <a16:creationId xmlns:a16="http://schemas.microsoft.com/office/drawing/2014/main" id="{DCA0ECA5-05A5-67A8-A5E4-D16A88A863FF}"/>
              </a:ext>
            </a:extLst>
          </p:cNvPr>
          <p:cNvSpPr/>
          <p:nvPr/>
        </p:nvSpPr>
        <p:spPr>
          <a:xfrm>
            <a:off x="9689749" y="8144420"/>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270;p13" descr="OKL-T/6-W12N-C使用 最大6A 小型高効率DCDCコンバーター可変電源キット(降圧)">
            <a:extLst>
              <a:ext uri="{FF2B5EF4-FFF2-40B4-BE49-F238E27FC236}">
                <a16:creationId xmlns:a16="http://schemas.microsoft.com/office/drawing/2014/main" id="{26BF6D96-321D-AF6D-21DD-194EA2E3ACB3}"/>
              </a:ext>
            </a:extLst>
          </p:cNvPr>
          <p:cNvSpPr/>
          <p:nvPr/>
        </p:nvSpPr>
        <p:spPr>
          <a:xfrm>
            <a:off x="14738366" y="8200488"/>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四角形: 角を丸くする 1128">
            <a:extLst>
              <a:ext uri="{FF2B5EF4-FFF2-40B4-BE49-F238E27FC236}">
                <a16:creationId xmlns:a16="http://schemas.microsoft.com/office/drawing/2014/main" id="{B32EE6BD-5802-A1A8-27A8-69A06D2AC999}"/>
              </a:ext>
            </a:extLst>
          </p:cNvPr>
          <p:cNvSpPr/>
          <p:nvPr/>
        </p:nvSpPr>
        <p:spPr>
          <a:xfrm>
            <a:off x="9626601" y="8503581"/>
            <a:ext cx="5446555" cy="1975932"/>
          </a:xfrm>
          <a:prstGeom prst="roundRect">
            <a:avLst>
              <a:gd name="adj" fmla="val 8121"/>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0" name="四角形: 角を丸くする 1129">
            <a:extLst>
              <a:ext uri="{FF2B5EF4-FFF2-40B4-BE49-F238E27FC236}">
                <a16:creationId xmlns:a16="http://schemas.microsoft.com/office/drawing/2014/main" id="{5ED24C18-2C75-44A8-05FD-6A11B7E3EA54}"/>
              </a:ext>
            </a:extLst>
          </p:cNvPr>
          <p:cNvSpPr/>
          <p:nvPr/>
        </p:nvSpPr>
        <p:spPr>
          <a:xfrm>
            <a:off x="10760680" y="8314844"/>
            <a:ext cx="2911238" cy="35519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1" name="直線コネクタ 1130">
            <a:extLst>
              <a:ext uri="{FF2B5EF4-FFF2-40B4-BE49-F238E27FC236}">
                <a16:creationId xmlns:a16="http://schemas.microsoft.com/office/drawing/2014/main" id="{10F672AE-676E-45BD-3C48-65903E11D876}"/>
              </a:ext>
            </a:extLst>
          </p:cNvPr>
          <p:cNvCxnSpPr>
            <a:cxnSpLocks/>
          </p:cNvCxnSpPr>
          <p:nvPr/>
        </p:nvCxnSpPr>
        <p:spPr>
          <a:xfrm>
            <a:off x="10702811" y="8518131"/>
            <a:ext cx="2981035" cy="0"/>
          </a:xfrm>
          <a:prstGeom prst="line">
            <a:avLst/>
          </a:prstGeom>
          <a:ln>
            <a:solidFill>
              <a:srgbClr val="00B0F0"/>
            </a:solidFill>
          </a:ln>
        </p:spPr>
        <p:style>
          <a:lnRef idx="2">
            <a:schemeClr val="accent5"/>
          </a:lnRef>
          <a:fillRef idx="0">
            <a:schemeClr val="accent5"/>
          </a:fillRef>
          <a:effectRef idx="1">
            <a:schemeClr val="accent5"/>
          </a:effectRef>
          <a:fontRef idx="minor">
            <a:schemeClr val="tx1"/>
          </a:fontRef>
        </p:style>
      </p:cxnSp>
      <p:sp>
        <p:nvSpPr>
          <p:cNvPr id="1132" name="Google Shape;94;p13">
            <a:extLst>
              <a:ext uri="{FF2B5EF4-FFF2-40B4-BE49-F238E27FC236}">
                <a16:creationId xmlns:a16="http://schemas.microsoft.com/office/drawing/2014/main" id="{D12D89FA-7E9A-5914-E5E4-3974872830CD}"/>
              </a:ext>
            </a:extLst>
          </p:cNvPr>
          <p:cNvSpPr txBox="1"/>
          <p:nvPr/>
        </p:nvSpPr>
        <p:spPr>
          <a:xfrm>
            <a:off x="10894514" y="8252415"/>
            <a:ext cx="1792787" cy="3550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altLang="en-US" sz="1500" b="1" dirty="0">
                <a:solidFill>
                  <a:schemeClr val="tx1"/>
                </a:solidFill>
                <a:latin typeface="Meiryo"/>
                <a:ea typeface="Meiryo"/>
                <a:cs typeface="Meiryo"/>
                <a:sym typeface="Meiryo"/>
              </a:rPr>
              <a:t>ハードウェア</a:t>
            </a:r>
            <a:endParaRPr sz="1500" b="1" i="0" strike="noStrike" cap="none" dirty="0">
              <a:solidFill>
                <a:schemeClr val="tx1"/>
              </a:solidFill>
              <a:latin typeface="Meiryo"/>
              <a:ea typeface="Meiryo"/>
              <a:cs typeface="Meiryo"/>
              <a:sym typeface="Meiryo"/>
            </a:endParaRPr>
          </a:p>
        </p:txBody>
      </p:sp>
      <p:sp>
        <p:nvSpPr>
          <p:cNvPr id="1133" name="フローチャート: 結合子 1132">
            <a:extLst>
              <a:ext uri="{FF2B5EF4-FFF2-40B4-BE49-F238E27FC236}">
                <a16:creationId xmlns:a16="http://schemas.microsoft.com/office/drawing/2014/main" id="{67018495-7F8A-9000-6943-4514EBDEC051}"/>
              </a:ext>
            </a:extLst>
          </p:cNvPr>
          <p:cNvSpPr/>
          <p:nvPr/>
        </p:nvSpPr>
        <p:spPr>
          <a:xfrm>
            <a:off x="13657949" y="8417420"/>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34" name="フローチャート: 結合子 1133">
            <a:extLst>
              <a:ext uri="{FF2B5EF4-FFF2-40B4-BE49-F238E27FC236}">
                <a16:creationId xmlns:a16="http://schemas.microsoft.com/office/drawing/2014/main" id="{72F2E5B8-8AF7-335A-C65A-3CDE56AC0263}"/>
              </a:ext>
            </a:extLst>
          </p:cNvPr>
          <p:cNvSpPr/>
          <p:nvPr/>
        </p:nvSpPr>
        <p:spPr>
          <a:xfrm>
            <a:off x="10589578" y="8439861"/>
            <a:ext cx="171023" cy="188704"/>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35" name="Google Shape;276;p13">
            <a:extLst>
              <a:ext uri="{FF2B5EF4-FFF2-40B4-BE49-F238E27FC236}">
                <a16:creationId xmlns:a16="http://schemas.microsoft.com/office/drawing/2014/main" id="{7EC92FE6-CFFB-706F-9B15-1729B28B00D5}"/>
              </a:ext>
            </a:extLst>
          </p:cNvPr>
          <p:cNvSpPr txBox="1"/>
          <p:nvPr/>
        </p:nvSpPr>
        <p:spPr>
          <a:xfrm>
            <a:off x="9990609" y="8678943"/>
            <a:ext cx="4560470" cy="2615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altLang="en-US" sz="1100" dirty="0">
                <a:latin typeface="メイリオ" panose="020B0604030504040204" pitchFamily="50" charset="-128"/>
                <a:ea typeface="メイリオ" panose="020B0604030504040204" pitchFamily="50" charset="-128"/>
              </a:rPr>
              <a:t>ぼ</a:t>
            </a:r>
            <a:endParaRPr sz="1100" b="0" i="0" u="none" strike="noStrike" cap="none" dirty="0">
              <a:solidFill>
                <a:srgbClr val="000000"/>
              </a:solidFill>
              <a:latin typeface="メイリオ" panose="020B0604030504040204" pitchFamily="50" charset="-128"/>
              <a:ea typeface="メイリオ" panose="020B0604030504040204" pitchFamily="50" charset="-128"/>
              <a:sym typeface="Arial"/>
            </a:endParaRPr>
          </a:p>
        </p:txBody>
      </p:sp>
      <p:pic>
        <p:nvPicPr>
          <p:cNvPr id="1137" name="Picture 16">
            <a:extLst>
              <a:ext uri="{FF2B5EF4-FFF2-40B4-BE49-F238E27FC236}">
                <a16:creationId xmlns:a16="http://schemas.microsoft.com/office/drawing/2014/main" id="{92B7FC2B-EE59-A09E-23EA-7136F6ED640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930596" y="6559592"/>
            <a:ext cx="1494483" cy="101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1D12D1B-0A21-8E89-3A4E-68FBDA1B4F93}"/>
            </a:ext>
          </a:extLst>
        </p:cNvPr>
        <p:cNvGrpSpPr/>
        <p:nvPr/>
      </p:nvGrpSpPr>
      <p:grpSpPr>
        <a:xfrm>
          <a:off x="0" y="0"/>
          <a:ext cx="0" cy="0"/>
          <a:chOff x="0" y="0"/>
          <a:chExt cx="0" cy="0"/>
        </a:xfrm>
      </p:grpSpPr>
      <p:sp>
        <p:nvSpPr>
          <p:cNvPr id="84" name="Google Shape;84;p13">
            <a:extLst>
              <a:ext uri="{FF2B5EF4-FFF2-40B4-BE49-F238E27FC236}">
                <a16:creationId xmlns:a16="http://schemas.microsoft.com/office/drawing/2014/main" id="{15FE9CDA-8F11-42CF-EFA6-13C7F8864520}"/>
              </a:ext>
            </a:extLst>
          </p:cNvPr>
          <p:cNvSpPr/>
          <p:nvPr/>
        </p:nvSpPr>
        <p:spPr>
          <a:xfrm>
            <a:off x="6736059" y="2957739"/>
            <a:ext cx="795700" cy="691426"/>
          </a:xfrm>
          <a:prstGeom prst="halfFrame">
            <a:avLst>
              <a:gd name="adj1" fmla="val 34435"/>
              <a:gd name="adj2" fmla="val 38843"/>
            </a:avLst>
          </a:prstGeom>
          <a:solidFill>
            <a:srgbClr val="FF0000"/>
          </a:solidFill>
          <a:ln w="28575"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pic>
        <p:nvPicPr>
          <p:cNvPr id="85" name="Google Shape;85;p13">
            <a:extLst>
              <a:ext uri="{FF2B5EF4-FFF2-40B4-BE49-F238E27FC236}">
                <a16:creationId xmlns:a16="http://schemas.microsoft.com/office/drawing/2014/main" id="{FE547AEE-D377-BCB2-77CB-87F8EF550879}"/>
              </a:ext>
            </a:extLst>
          </p:cNvPr>
          <p:cNvPicPr preferRelativeResize="0"/>
          <p:nvPr/>
        </p:nvPicPr>
        <p:blipFill rotWithShape="1">
          <a:blip r:embed="rId3">
            <a:alphaModFix/>
          </a:blip>
          <a:srcRect/>
          <a:stretch/>
        </p:blipFill>
        <p:spPr>
          <a:xfrm>
            <a:off x="11861490" y="1188205"/>
            <a:ext cx="755758" cy="664853"/>
          </a:xfrm>
          <a:prstGeom prst="rect">
            <a:avLst/>
          </a:prstGeom>
          <a:noFill/>
          <a:ln>
            <a:noFill/>
          </a:ln>
        </p:spPr>
      </p:pic>
      <p:pic>
        <p:nvPicPr>
          <p:cNvPr id="86" name="Google Shape;86;p13" descr="テキスト, 記号, 挿絵, フェンス が含まれている画像&#10;&#10;自動的に生成された説明">
            <a:extLst>
              <a:ext uri="{FF2B5EF4-FFF2-40B4-BE49-F238E27FC236}">
                <a16:creationId xmlns:a16="http://schemas.microsoft.com/office/drawing/2014/main" id="{B8E29410-127E-719A-3E99-FD8813A935E5}"/>
              </a:ext>
            </a:extLst>
          </p:cNvPr>
          <p:cNvPicPr preferRelativeResize="0"/>
          <p:nvPr/>
        </p:nvPicPr>
        <p:blipFill rotWithShape="1">
          <a:blip r:embed="rId4">
            <a:alphaModFix/>
          </a:blip>
          <a:srcRect/>
          <a:stretch/>
        </p:blipFill>
        <p:spPr>
          <a:xfrm>
            <a:off x="9614949" y="2351569"/>
            <a:ext cx="820275" cy="761915"/>
          </a:xfrm>
          <a:prstGeom prst="rect">
            <a:avLst/>
          </a:prstGeom>
          <a:noFill/>
          <a:ln>
            <a:noFill/>
          </a:ln>
        </p:spPr>
      </p:pic>
      <p:sp>
        <p:nvSpPr>
          <p:cNvPr id="87" name="Google Shape;87;p13">
            <a:extLst>
              <a:ext uri="{FF2B5EF4-FFF2-40B4-BE49-F238E27FC236}">
                <a16:creationId xmlns:a16="http://schemas.microsoft.com/office/drawing/2014/main" id="{A90DA5B5-731B-7823-33DD-C9D593988CAC}"/>
              </a:ext>
            </a:extLst>
          </p:cNvPr>
          <p:cNvSpPr/>
          <p:nvPr/>
        </p:nvSpPr>
        <p:spPr>
          <a:xfrm>
            <a:off x="96102" y="6610252"/>
            <a:ext cx="4338307" cy="1770826"/>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3">
            <a:extLst>
              <a:ext uri="{FF2B5EF4-FFF2-40B4-BE49-F238E27FC236}">
                <a16:creationId xmlns:a16="http://schemas.microsoft.com/office/drawing/2014/main" id="{1616D97F-4825-E6F8-DC6B-D42C3C7489D8}"/>
              </a:ext>
            </a:extLst>
          </p:cNvPr>
          <p:cNvSpPr/>
          <p:nvPr/>
        </p:nvSpPr>
        <p:spPr>
          <a:xfrm>
            <a:off x="5709406" y="2070374"/>
            <a:ext cx="378600" cy="411300"/>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89" name="Google Shape;89;p13">
            <a:extLst>
              <a:ext uri="{FF2B5EF4-FFF2-40B4-BE49-F238E27FC236}">
                <a16:creationId xmlns:a16="http://schemas.microsoft.com/office/drawing/2014/main" id="{06D4B1E7-2A22-4CE0-1680-7830E4E42828}"/>
              </a:ext>
            </a:extLst>
          </p:cNvPr>
          <p:cNvSpPr/>
          <p:nvPr/>
        </p:nvSpPr>
        <p:spPr>
          <a:xfrm rot="2686222">
            <a:off x="4341386" y="2594591"/>
            <a:ext cx="211709" cy="1172249"/>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0" name="Google Shape;90;p13">
            <a:extLst>
              <a:ext uri="{FF2B5EF4-FFF2-40B4-BE49-F238E27FC236}">
                <a16:creationId xmlns:a16="http://schemas.microsoft.com/office/drawing/2014/main" id="{44B3A6FF-AA2F-F24C-980D-8027189878F5}"/>
              </a:ext>
            </a:extLst>
          </p:cNvPr>
          <p:cNvSpPr/>
          <p:nvPr/>
        </p:nvSpPr>
        <p:spPr>
          <a:xfrm rot="-5400000">
            <a:off x="4314668" y="2390558"/>
            <a:ext cx="278400" cy="6822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1" name="Google Shape;91;p13">
            <a:extLst>
              <a:ext uri="{FF2B5EF4-FFF2-40B4-BE49-F238E27FC236}">
                <a16:creationId xmlns:a16="http://schemas.microsoft.com/office/drawing/2014/main" id="{3C6417B3-48A6-6700-7814-08AD8AACB0C0}"/>
              </a:ext>
            </a:extLst>
          </p:cNvPr>
          <p:cNvSpPr/>
          <p:nvPr/>
        </p:nvSpPr>
        <p:spPr>
          <a:xfrm>
            <a:off x="92916" y="8437227"/>
            <a:ext cx="4341000" cy="2157000"/>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3">
            <a:extLst>
              <a:ext uri="{FF2B5EF4-FFF2-40B4-BE49-F238E27FC236}">
                <a16:creationId xmlns:a16="http://schemas.microsoft.com/office/drawing/2014/main" id="{C0A42A2C-EFB2-11AE-20B8-F00451798B3F}"/>
              </a:ext>
            </a:extLst>
          </p:cNvPr>
          <p:cNvSpPr/>
          <p:nvPr/>
        </p:nvSpPr>
        <p:spPr>
          <a:xfrm>
            <a:off x="9536406" y="8354559"/>
            <a:ext cx="5415439" cy="2239745"/>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3">
            <a:extLst>
              <a:ext uri="{FF2B5EF4-FFF2-40B4-BE49-F238E27FC236}">
                <a16:creationId xmlns:a16="http://schemas.microsoft.com/office/drawing/2014/main" id="{6A696C2C-73BF-E811-1739-5AD863B4BC92}"/>
              </a:ext>
            </a:extLst>
          </p:cNvPr>
          <p:cNvSpPr txBox="1"/>
          <p:nvPr/>
        </p:nvSpPr>
        <p:spPr>
          <a:xfrm>
            <a:off x="3270136" y="380470"/>
            <a:ext cx="16500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0" i="0" u="none" strike="noStrike" cap="none">
                <a:solidFill>
                  <a:srgbClr val="000000"/>
                </a:solidFill>
                <a:latin typeface="Meiryo"/>
                <a:ea typeface="Meiryo"/>
                <a:cs typeface="Meiryo"/>
                <a:sym typeface="Meiryo"/>
              </a:rPr>
              <a:t>宗像高等学校</a:t>
            </a:r>
            <a:endParaRPr sz="1500" b="0" i="0" u="none" strike="noStrike" cap="none">
              <a:solidFill>
                <a:srgbClr val="000000"/>
              </a:solidFill>
              <a:latin typeface="Meiryo"/>
              <a:ea typeface="Meiryo"/>
              <a:cs typeface="Meiryo"/>
              <a:sym typeface="Meiryo"/>
            </a:endParaRPr>
          </a:p>
        </p:txBody>
      </p:sp>
      <p:sp>
        <p:nvSpPr>
          <p:cNvPr id="94" name="Google Shape;94;p13">
            <a:extLst>
              <a:ext uri="{FF2B5EF4-FFF2-40B4-BE49-F238E27FC236}">
                <a16:creationId xmlns:a16="http://schemas.microsoft.com/office/drawing/2014/main" id="{80AB5B88-F8B7-96E9-A19D-5B78BAB11C4D}"/>
              </a:ext>
            </a:extLst>
          </p:cNvPr>
          <p:cNvSpPr txBox="1"/>
          <p:nvPr/>
        </p:nvSpPr>
        <p:spPr>
          <a:xfrm>
            <a:off x="4706882" y="129302"/>
            <a:ext cx="22782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500" b="0" i="0" u="none" strike="noStrike" cap="none">
                <a:solidFill>
                  <a:srgbClr val="000000"/>
                </a:solidFill>
                <a:latin typeface="Meiryo"/>
                <a:ea typeface="Meiryo"/>
                <a:cs typeface="Meiryo"/>
                <a:sym typeface="Meiryo"/>
              </a:rPr>
              <a:t>チームメンバー</a:t>
            </a:r>
            <a:endParaRPr sz="1500" b="0" i="0" u="none" strike="noStrike" cap="none">
              <a:solidFill>
                <a:srgbClr val="000000"/>
              </a:solidFill>
              <a:latin typeface="Meiryo"/>
              <a:ea typeface="Meiryo"/>
              <a:cs typeface="Meiryo"/>
              <a:sym typeface="Meiryo"/>
            </a:endParaRPr>
          </a:p>
        </p:txBody>
      </p:sp>
      <p:sp>
        <p:nvSpPr>
          <p:cNvPr id="95" name="Google Shape;95;p13">
            <a:extLst>
              <a:ext uri="{FF2B5EF4-FFF2-40B4-BE49-F238E27FC236}">
                <a16:creationId xmlns:a16="http://schemas.microsoft.com/office/drawing/2014/main" id="{A1854452-1445-0748-9027-334BB7C2345F}"/>
              </a:ext>
            </a:extLst>
          </p:cNvPr>
          <p:cNvSpPr txBox="1"/>
          <p:nvPr/>
        </p:nvSpPr>
        <p:spPr>
          <a:xfrm>
            <a:off x="5303057" y="426686"/>
            <a:ext cx="4265100" cy="3552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1500" b="0" i="0" u="none" strike="noStrike" cap="none">
                <a:solidFill>
                  <a:srgbClr val="000000"/>
                </a:solidFill>
                <a:latin typeface="Meiryo"/>
                <a:ea typeface="Meiryo"/>
                <a:cs typeface="Meiryo"/>
                <a:sym typeface="Meiryo"/>
              </a:rPr>
              <a:t>栗</a:t>
            </a:r>
            <a:r>
              <a:rPr lang="ja-JP" sz="1500" b="0" i="0" u="none" strike="noStrike" cap="none">
                <a:solidFill>
                  <a:srgbClr val="202124"/>
                </a:solidFill>
                <a:highlight>
                  <a:srgbClr val="FFFFFF"/>
                </a:highlight>
                <a:latin typeface="Meiryo"/>
                <a:ea typeface="Meiryo"/>
                <a:cs typeface="Meiryo"/>
                <a:sym typeface="Meiryo"/>
              </a:rPr>
              <a:t>﨑</a:t>
            </a:r>
            <a:r>
              <a:rPr lang="ja-JP" sz="1500" b="0" i="0" u="none" strike="noStrike" cap="none">
                <a:solidFill>
                  <a:srgbClr val="000000"/>
                </a:solidFill>
                <a:latin typeface="Meiryo"/>
                <a:ea typeface="Meiryo"/>
                <a:cs typeface="Meiryo"/>
                <a:sym typeface="Meiryo"/>
              </a:rPr>
              <a:t>結大/木村真生喜/藤田海/末広昊暉</a:t>
            </a:r>
            <a:endParaRPr sz="1500" b="0" i="0" u="none" strike="noStrike" cap="none">
              <a:solidFill>
                <a:srgbClr val="000000"/>
              </a:solidFill>
              <a:latin typeface="Meiryo"/>
              <a:ea typeface="Meiryo"/>
              <a:cs typeface="Meiryo"/>
              <a:sym typeface="Meiryo"/>
            </a:endParaRPr>
          </a:p>
        </p:txBody>
      </p:sp>
      <p:sp>
        <p:nvSpPr>
          <p:cNvPr id="96" name="Google Shape;96;p13">
            <a:extLst>
              <a:ext uri="{FF2B5EF4-FFF2-40B4-BE49-F238E27FC236}">
                <a16:creationId xmlns:a16="http://schemas.microsoft.com/office/drawing/2014/main" id="{70F8BCBB-03E6-AEA5-9740-A63A7D19CEA5}"/>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7" name="Google Shape;97;p13">
            <a:extLst>
              <a:ext uri="{FF2B5EF4-FFF2-40B4-BE49-F238E27FC236}">
                <a16:creationId xmlns:a16="http://schemas.microsoft.com/office/drawing/2014/main" id="{141ACB1C-CED6-D977-2AEA-587720385DF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98" name="Google Shape;98;p13">
            <a:extLst>
              <a:ext uri="{FF2B5EF4-FFF2-40B4-BE49-F238E27FC236}">
                <a16:creationId xmlns:a16="http://schemas.microsoft.com/office/drawing/2014/main" id="{7BE2A4E7-74EC-0F9F-4008-4286FBB056AB}"/>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99" name="Google Shape;99;p13">
            <a:extLst>
              <a:ext uri="{FF2B5EF4-FFF2-40B4-BE49-F238E27FC236}">
                <a16:creationId xmlns:a16="http://schemas.microsoft.com/office/drawing/2014/main" id="{DC56FA03-8646-F9D1-E687-D69273A0F84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0" name="Google Shape;100;p13">
            <a:extLst>
              <a:ext uri="{FF2B5EF4-FFF2-40B4-BE49-F238E27FC236}">
                <a16:creationId xmlns:a16="http://schemas.microsoft.com/office/drawing/2014/main" id="{B2A39266-60B0-8A62-3385-02698AE3F704}"/>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1" name="Google Shape;101;p13">
            <a:extLst>
              <a:ext uri="{FF2B5EF4-FFF2-40B4-BE49-F238E27FC236}">
                <a16:creationId xmlns:a16="http://schemas.microsoft.com/office/drawing/2014/main" id="{CF3FF26F-92B2-DC54-9D3E-309498C58CB9}"/>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2" name="Google Shape;102;p13">
            <a:extLst>
              <a:ext uri="{FF2B5EF4-FFF2-40B4-BE49-F238E27FC236}">
                <a16:creationId xmlns:a16="http://schemas.microsoft.com/office/drawing/2014/main" id="{2894C9D9-8B80-87E4-9A6B-EB9FA6788EDA}"/>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3" name="Google Shape;103;p13">
            <a:extLst>
              <a:ext uri="{FF2B5EF4-FFF2-40B4-BE49-F238E27FC236}">
                <a16:creationId xmlns:a16="http://schemas.microsoft.com/office/drawing/2014/main" id="{F335DE05-FE2C-DDBD-8255-625A0D827B9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4" name="Google Shape;104;p13">
            <a:extLst>
              <a:ext uri="{FF2B5EF4-FFF2-40B4-BE49-F238E27FC236}">
                <a16:creationId xmlns:a16="http://schemas.microsoft.com/office/drawing/2014/main" id="{7230085C-EE33-BCA5-F2B6-876A289B7674}"/>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5" name="Google Shape;105;p13">
            <a:extLst>
              <a:ext uri="{FF2B5EF4-FFF2-40B4-BE49-F238E27FC236}">
                <a16:creationId xmlns:a16="http://schemas.microsoft.com/office/drawing/2014/main" id="{6A038013-1115-A5C8-EAAA-B42DB520519E}"/>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6" name="Google Shape;106;p13">
            <a:extLst>
              <a:ext uri="{FF2B5EF4-FFF2-40B4-BE49-F238E27FC236}">
                <a16:creationId xmlns:a16="http://schemas.microsoft.com/office/drawing/2014/main" id="{C99FC117-14E8-E61F-5348-0B92C54ECAAF}"/>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7" name="Google Shape;107;p13">
            <a:extLst>
              <a:ext uri="{FF2B5EF4-FFF2-40B4-BE49-F238E27FC236}">
                <a16:creationId xmlns:a16="http://schemas.microsoft.com/office/drawing/2014/main" id="{9B1CB328-1723-F5EA-23EB-CAD2F42660E4}"/>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08" name="Google Shape;108;p13">
            <a:extLst>
              <a:ext uri="{FF2B5EF4-FFF2-40B4-BE49-F238E27FC236}">
                <a16:creationId xmlns:a16="http://schemas.microsoft.com/office/drawing/2014/main" id="{23B2BD38-82BD-9EA5-13B1-62B08F944BEF}"/>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09" name="Google Shape;109;p13">
            <a:extLst>
              <a:ext uri="{FF2B5EF4-FFF2-40B4-BE49-F238E27FC236}">
                <a16:creationId xmlns:a16="http://schemas.microsoft.com/office/drawing/2014/main" id="{79CBE3FD-FC0F-C819-22F8-517219F4B86B}"/>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0" name="Google Shape;110;p13">
            <a:extLst>
              <a:ext uri="{FF2B5EF4-FFF2-40B4-BE49-F238E27FC236}">
                <a16:creationId xmlns:a16="http://schemas.microsoft.com/office/drawing/2014/main" id="{27214E25-75EE-6044-AB10-6D4DD048BEA0}"/>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1" name="Google Shape;111;p13">
            <a:extLst>
              <a:ext uri="{FF2B5EF4-FFF2-40B4-BE49-F238E27FC236}">
                <a16:creationId xmlns:a16="http://schemas.microsoft.com/office/drawing/2014/main" id="{1D89AF8D-3C32-9AAE-C764-3F7798A814D6}"/>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2" name="Google Shape;112;p13">
            <a:extLst>
              <a:ext uri="{FF2B5EF4-FFF2-40B4-BE49-F238E27FC236}">
                <a16:creationId xmlns:a16="http://schemas.microsoft.com/office/drawing/2014/main" id="{F901C962-2CF0-8DC2-9BCC-6E44CF6A35FD}"/>
              </a:ext>
            </a:extLst>
          </p:cNvPr>
          <p:cNvSpPr/>
          <p:nvPr/>
        </p:nvSpPr>
        <p:spPr>
          <a:xfrm>
            <a:off x="170400" y="212300"/>
            <a:ext cx="15120000" cy="0"/>
          </a:xfrm>
          <a:prstGeom prst="rect">
            <a:avLst/>
          </a:prstGeom>
          <a:noFill/>
          <a:ln>
            <a:noFill/>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
        <p:nvSpPr>
          <p:cNvPr id="113" name="Google Shape;113;p13">
            <a:extLst>
              <a:ext uri="{FF2B5EF4-FFF2-40B4-BE49-F238E27FC236}">
                <a16:creationId xmlns:a16="http://schemas.microsoft.com/office/drawing/2014/main" id="{C2E09F9E-3D43-1EF2-EB56-D12AEE006AD3}"/>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4" name="Google Shape;114;p13">
            <a:extLst>
              <a:ext uri="{FF2B5EF4-FFF2-40B4-BE49-F238E27FC236}">
                <a16:creationId xmlns:a16="http://schemas.microsoft.com/office/drawing/2014/main" id="{F69BE225-1EE3-4033-5D0C-6916CA5D405D}"/>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5" name="Google Shape;115;p13">
            <a:extLst>
              <a:ext uri="{FF2B5EF4-FFF2-40B4-BE49-F238E27FC236}">
                <a16:creationId xmlns:a16="http://schemas.microsoft.com/office/drawing/2014/main" id="{A984F08B-B921-283C-7B70-C702B3F1212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6" name="Google Shape;116;p13">
            <a:extLst>
              <a:ext uri="{FF2B5EF4-FFF2-40B4-BE49-F238E27FC236}">
                <a16:creationId xmlns:a16="http://schemas.microsoft.com/office/drawing/2014/main" id="{BDF25F80-01C5-F1BE-39A9-FB1C7BB51891}"/>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7" name="Google Shape;117;p13">
            <a:extLst>
              <a:ext uri="{FF2B5EF4-FFF2-40B4-BE49-F238E27FC236}">
                <a16:creationId xmlns:a16="http://schemas.microsoft.com/office/drawing/2014/main" id="{9CF19C37-3C83-A854-78E6-7F08123F195C}"/>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8" name="Google Shape;118;p13">
            <a:extLst>
              <a:ext uri="{FF2B5EF4-FFF2-40B4-BE49-F238E27FC236}">
                <a16:creationId xmlns:a16="http://schemas.microsoft.com/office/drawing/2014/main" id="{E75DB250-2DB2-D6B4-D036-D836146CBADE}"/>
              </a:ext>
            </a:extLst>
          </p:cNvPr>
          <p:cNvSpPr/>
          <p:nvPr/>
        </p:nvSpPr>
        <p:spPr>
          <a:xfrm>
            <a:off x="170400" y="21230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19" name="Google Shape;119;p13">
            <a:extLst>
              <a:ext uri="{FF2B5EF4-FFF2-40B4-BE49-F238E27FC236}">
                <a16:creationId xmlns:a16="http://schemas.microsoft.com/office/drawing/2014/main" id="{198B023E-9F04-6660-7EDC-B11B2B4464F2}"/>
              </a:ext>
            </a:extLst>
          </p:cNvPr>
          <p:cNvSpPr/>
          <p:nvPr/>
        </p:nvSpPr>
        <p:spPr>
          <a:xfrm>
            <a:off x="170400" y="131950"/>
            <a:ext cx="2181300" cy="0"/>
          </a:xfrm>
          <a:prstGeom prst="rect">
            <a:avLst/>
          </a:prstGeom>
          <a:solidFill>
            <a:srgbClr val="383A4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BDEE1"/>
              </a:buClr>
              <a:buSzPts val="1600"/>
              <a:buFont typeface="Arial"/>
              <a:buNone/>
            </a:pPr>
            <a:br>
              <a:rPr lang="ja-JP" sz="1600" b="0" i="0" u="none" strike="noStrike" cap="none">
                <a:solidFill>
                  <a:srgbClr val="DBDEE1"/>
                </a:solidFill>
                <a:latin typeface="Arial"/>
                <a:ea typeface="Arial"/>
                <a:cs typeface="Arial"/>
                <a:sym typeface="Arial"/>
              </a:rPr>
            </a:br>
            <a:endParaRPr sz="2400" b="0" i="0" u="none" strike="noStrike" cap="none">
              <a:solidFill>
                <a:srgbClr val="000000"/>
              </a:solidFill>
              <a:latin typeface="Arial"/>
              <a:ea typeface="Arial"/>
              <a:cs typeface="Arial"/>
              <a:sym typeface="Arial"/>
            </a:endParaRPr>
          </a:p>
        </p:txBody>
      </p:sp>
      <p:sp>
        <p:nvSpPr>
          <p:cNvPr id="120" name="Google Shape;120;p13">
            <a:extLst>
              <a:ext uri="{FF2B5EF4-FFF2-40B4-BE49-F238E27FC236}">
                <a16:creationId xmlns:a16="http://schemas.microsoft.com/office/drawing/2014/main" id="{06C9C0DC-B115-C054-DB82-512C48DE2632}"/>
              </a:ext>
            </a:extLst>
          </p:cNvPr>
          <p:cNvSpPr txBox="1"/>
          <p:nvPr/>
        </p:nvSpPr>
        <p:spPr>
          <a:xfrm>
            <a:off x="8925194" y="154602"/>
            <a:ext cx="5694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500" b="0" i="0" u="none" strike="noStrike" cap="none">
                <a:solidFill>
                  <a:srgbClr val="000000"/>
                </a:solidFill>
                <a:latin typeface="Meiryo"/>
                <a:ea typeface="Meiryo"/>
                <a:cs typeface="Meiryo"/>
                <a:sym typeface="Meiryo"/>
              </a:rPr>
              <a:t>所属</a:t>
            </a:r>
            <a:endParaRPr sz="1400" b="0" i="0" u="none" strike="noStrike" cap="none">
              <a:solidFill>
                <a:srgbClr val="000000"/>
              </a:solidFill>
              <a:latin typeface="Arial"/>
              <a:ea typeface="Arial"/>
              <a:cs typeface="Arial"/>
              <a:sym typeface="Arial"/>
            </a:endParaRPr>
          </a:p>
        </p:txBody>
      </p:sp>
      <p:sp>
        <p:nvSpPr>
          <p:cNvPr id="121" name="Google Shape;121;p13">
            <a:extLst>
              <a:ext uri="{FF2B5EF4-FFF2-40B4-BE49-F238E27FC236}">
                <a16:creationId xmlns:a16="http://schemas.microsoft.com/office/drawing/2014/main" id="{45D3C9D5-ED5C-FA1D-D03E-113729E9C08F}"/>
              </a:ext>
            </a:extLst>
          </p:cNvPr>
          <p:cNvSpPr txBox="1"/>
          <p:nvPr/>
        </p:nvSpPr>
        <p:spPr>
          <a:xfrm>
            <a:off x="9174609" y="452079"/>
            <a:ext cx="23871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JP" sz="1500" b="0" i="0" u="none" strike="noStrike" cap="none">
                <a:solidFill>
                  <a:srgbClr val="000000"/>
                </a:solidFill>
                <a:latin typeface="Meiryo"/>
                <a:ea typeface="Meiryo"/>
                <a:cs typeface="Meiryo"/>
                <a:sym typeface="Meiryo"/>
              </a:rPr>
              <a:t>福岡ノード/九州ブロック</a:t>
            </a:r>
            <a:endParaRPr sz="1400" b="0" i="0" u="none" strike="noStrike" cap="none">
              <a:solidFill>
                <a:srgbClr val="000000"/>
              </a:solidFill>
              <a:latin typeface="Arial"/>
              <a:ea typeface="Arial"/>
              <a:cs typeface="Arial"/>
              <a:sym typeface="Arial"/>
            </a:endParaRPr>
          </a:p>
        </p:txBody>
      </p:sp>
      <p:sp>
        <p:nvSpPr>
          <p:cNvPr id="122" name="Google Shape;122;p13">
            <a:extLst>
              <a:ext uri="{FF2B5EF4-FFF2-40B4-BE49-F238E27FC236}">
                <a16:creationId xmlns:a16="http://schemas.microsoft.com/office/drawing/2014/main" id="{E8341BD7-720A-157C-86C9-1E0F28C29C26}"/>
              </a:ext>
            </a:extLst>
          </p:cNvPr>
          <p:cNvSpPr/>
          <p:nvPr/>
        </p:nvSpPr>
        <p:spPr>
          <a:xfrm>
            <a:off x="40596" y="28678"/>
            <a:ext cx="3229404" cy="683721"/>
          </a:xfrm>
          <a:prstGeom prst="rect">
            <a:avLst/>
          </a:prstGeom>
          <a:solidFill>
            <a:srgbClr val="4472C4"/>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FFFFFF"/>
                </a:solidFill>
                <a:latin typeface="Arial"/>
                <a:ea typeface="Arial"/>
                <a:cs typeface="Arial"/>
                <a:sym typeface="Arial"/>
              </a:rPr>
              <a:t>イージス</a:t>
            </a:r>
            <a:endParaRPr sz="1400" b="0" i="0" u="none" strike="noStrike" cap="none">
              <a:solidFill>
                <a:srgbClr val="000000"/>
              </a:solidFill>
              <a:latin typeface="Arial"/>
              <a:ea typeface="Arial"/>
              <a:cs typeface="Arial"/>
              <a:sym typeface="Arial"/>
            </a:endParaRPr>
          </a:p>
        </p:txBody>
      </p:sp>
      <p:sp>
        <p:nvSpPr>
          <p:cNvPr id="123" name="Google Shape;123;p13">
            <a:extLst>
              <a:ext uri="{FF2B5EF4-FFF2-40B4-BE49-F238E27FC236}">
                <a16:creationId xmlns:a16="http://schemas.microsoft.com/office/drawing/2014/main" id="{DCEDB104-AE40-30D5-EE14-9F1A2494B837}"/>
              </a:ext>
            </a:extLst>
          </p:cNvPr>
          <p:cNvSpPr/>
          <p:nvPr/>
        </p:nvSpPr>
        <p:spPr>
          <a:xfrm>
            <a:off x="16884" y="757175"/>
            <a:ext cx="3067636" cy="3763758"/>
          </a:xfrm>
          <a:prstGeom prst="rect">
            <a:avLst/>
          </a:prstGeom>
          <a:solidFill>
            <a:srgbClr val="E7E6E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chemeClr val="dk1"/>
                </a:solidFill>
                <a:latin typeface="Arial"/>
                <a:ea typeface="Arial"/>
                <a:cs typeface="Arial"/>
                <a:sym typeface="Arial"/>
              </a:rPr>
              <a:t>機体写真</a:t>
            </a:r>
            <a:endParaRPr sz="1400" b="0" i="0" u="none" strike="noStrike" cap="none">
              <a:solidFill>
                <a:schemeClr val="dk1"/>
              </a:solidFill>
              <a:latin typeface="Arial"/>
              <a:ea typeface="Arial"/>
              <a:cs typeface="Arial"/>
              <a:sym typeface="Arial"/>
            </a:endParaRPr>
          </a:p>
        </p:txBody>
      </p:sp>
      <p:sp>
        <p:nvSpPr>
          <p:cNvPr id="124" name="Google Shape;124;p13">
            <a:extLst>
              <a:ext uri="{FF2B5EF4-FFF2-40B4-BE49-F238E27FC236}">
                <a16:creationId xmlns:a16="http://schemas.microsoft.com/office/drawing/2014/main" id="{B65E0F8D-5A89-4A25-B67B-587614FA05E3}"/>
              </a:ext>
            </a:extLst>
          </p:cNvPr>
          <p:cNvSpPr/>
          <p:nvPr/>
        </p:nvSpPr>
        <p:spPr>
          <a:xfrm>
            <a:off x="5683467" y="1839624"/>
            <a:ext cx="1118100" cy="3420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5" name="Google Shape;125;p13">
            <a:extLst>
              <a:ext uri="{FF2B5EF4-FFF2-40B4-BE49-F238E27FC236}">
                <a16:creationId xmlns:a16="http://schemas.microsoft.com/office/drawing/2014/main" id="{61DF4531-9EA3-4666-52DE-E0131635AB0A}"/>
              </a:ext>
            </a:extLst>
          </p:cNvPr>
          <p:cNvSpPr/>
          <p:nvPr/>
        </p:nvSpPr>
        <p:spPr>
          <a:xfrm>
            <a:off x="3362910" y="2124143"/>
            <a:ext cx="829200" cy="3753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6" name="Google Shape;126;p13">
            <a:extLst>
              <a:ext uri="{FF2B5EF4-FFF2-40B4-BE49-F238E27FC236}">
                <a16:creationId xmlns:a16="http://schemas.microsoft.com/office/drawing/2014/main" id="{65803426-6DE0-4168-16FA-EC0E1DE0DE5A}"/>
              </a:ext>
            </a:extLst>
          </p:cNvPr>
          <p:cNvSpPr/>
          <p:nvPr/>
        </p:nvSpPr>
        <p:spPr>
          <a:xfrm>
            <a:off x="5705907" y="1261333"/>
            <a:ext cx="1159500" cy="3435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7" name="Google Shape;127;p13">
            <a:extLst>
              <a:ext uri="{FF2B5EF4-FFF2-40B4-BE49-F238E27FC236}">
                <a16:creationId xmlns:a16="http://schemas.microsoft.com/office/drawing/2014/main" id="{30D2C33E-D2D2-F29D-EE86-EDAFBB3AFF55}"/>
              </a:ext>
            </a:extLst>
          </p:cNvPr>
          <p:cNvSpPr/>
          <p:nvPr/>
        </p:nvSpPr>
        <p:spPr>
          <a:xfrm>
            <a:off x="3281034" y="1567246"/>
            <a:ext cx="960000" cy="3870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8" name="Google Shape;128;p13">
            <a:extLst>
              <a:ext uri="{FF2B5EF4-FFF2-40B4-BE49-F238E27FC236}">
                <a16:creationId xmlns:a16="http://schemas.microsoft.com/office/drawing/2014/main" id="{625CC6B4-8D70-3D13-F861-7009B8D55C34}"/>
              </a:ext>
            </a:extLst>
          </p:cNvPr>
          <p:cNvSpPr/>
          <p:nvPr/>
        </p:nvSpPr>
        <p:spPr>
          <a:xfrm>
            <a:off x="4639555" y="3278365"/>
            <a:ext cx="1038900" cy="3756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29" name="Google Shape;129;p13">
            <a:extLst>
              <a:ext uri="{FF2B5EF4-FFF2-40B4-BE49-F238E27FC236}">
                <a16:creationId xmlns:a16="http://schemas.microsoft.com/office/drawing/2014/main" id="{448C046C-DECD-F10E-0147-E60F704018B7}"/>
              </a:ext>
            </a:extLst>
          </p:cNvPr>
          <p:cNvSpPr/>
          <p:nvPr/>
        </p:nvSpPr>
        <p:spPr>
          <a:xfrm>
            <a:off x="5120412" y="3967360"/>
            <a:ext cx="1116000" cy="4014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30" name="Google Shape;130;p13">
            <a:extLst>
              <a:ext uri="{FF2B5EF4-FFF2-40B4-BE49-F238E27FC236}">
                <a16:creationId xmlns:a16="http://schemas.microsoft.com/office/drawing/2014/main" id="{0113C65E-6730-26EE-1CB1-CD3EFB58BB61}"/>
              </a:ext>
            </a:extLst>
          </p:cNvPr>
          <p:cNvSpPr txBox="1"/>
          <p:nvPr/>
        </p:nvSpPr>
        <p:spPr>
          <a:xfrm>
            <a:off x="3205712" y="1564344"/>
            <a:ext cx="11610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ボールセンサ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：TSSP58038</a:t>
            </a:r>
            <a:endParaRPr sz="900" b="1" i="0" u="none" strike="noStrike" cap="none">
              <a:solidFill>
                <a:srgbClr val="000000"/>
              </a:solidFill>
              <a:latin typeface="Meiryo"/>
              <a:ea typeface="Meiryo"/>
              <a:cs typeface="Meiryo"/>
              <a:sym typeface="Meiryo"/>
            </a:endParaRPr>
          </a:p>
        </p:txBody>
      </p:sp>
      <p:sp>
        <p:nvSpPr>
          <p:cNvPr id="131" name="Google Shape;131;p13">
            <a:extLst>
              <a:ext uri="{FF2B5EF4-FFF2-40B4-BE49-F238E27FC236}">
                <a16:creationId xmlns:a16="http://schemas.microsoft.com/office/drawing/2014/main" id="{08694EB0-38B0-9509-2D06-C90E30EC2C68}"/>
              </a:ext>
            </a:extLst>
          </p:cNvPr>
          <p:cNvSpPr txBox="1"/>
          <p:nvPr/>
        </p:nvSpPr>
        <p:spPr>
          <a:xfrm flipH="1">
            <a:off x="5614473" y="1238290"/>
            <a:ext cx="11661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超音波距離センサ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：SR-04</a:t>
            </a:r>
            <a:endParaRPr sz="900" b="1" i="0" u="none" strike="noStrike" cap="none">
              <a:solidFill>
                <a:srgbClr val="000000"/>
              </a:solidFill>
              <a:latin typeface="Meiryo"/>
              <a:ea typeface="Meiryo"/>
              <a:cs typeface="Meiryo"/>
              <a:sym typeface="Meiryo"/>
            </a:endParaRPr>
          </a:p>
        </p:txBody>
      </p:sp>
      <p:sp>
        <p:nvSpPr>
          <p:cNvPr id="132" name="Google Shape;132;p13">
            <a:extLst>
              <a:ext uri="{FF2B5EF4-FFF2-40B4-BE49-F238E27FC236}">
                <a16:creationId xmlns:a16="http://schemas.microsoft.com/office/drawing/2014/main" id="{0481207A-0196-42A6-378A-14D973CDF2E2}"/>
              </a:ext>
            </a:extLst>
          </p:cNvPr>
          <p:cNvSpPr txBox="1"/>
          <p:nvPr/>
        </p:nvSpPr>
        <p:spPr>
          <a:xfrm>
            <a:off x="5058747" y="3963821"/>
            <a:ext cx="14265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ジャイロセンサ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：L3GD20</a:t>
            </a:r>
            <a:r>
              <a:rPr lang="ja-JP" sz="900" b="1" i="0" u="none" strike="noStrike" cap="none">
                <a:solidFill>
                  <a:srgbClr val="333333"/>
                </a:solidFill>
                <a:highlight>
                  <a:srgbClr val="FFFFFF"/>
                </a:highlight>
                <a:latin typeface="Meiryo"/>
                <a:ea typeface="Meiryo"/>
                <a:cs typeface="Meiryo"/>
                <a:sym typeface="Meiryo"/>
              </a:rPr>
              <a:t>H</a:t>
            </a:r>
            <a:endParaRPr sz="900" b="1" i="0" u="none" strike="noStrike" cap="none">
              <a:solidFill>
                <a:srgbClr val="333333"/>
              </a:solidFill>
              <a:highlight>
                <a:srgbClr val="FFFFFF"/>
              </a:highlight>
              <a:latin typeface="Meiryo"/>
              <a:ea typeface="Meiryo"/>
              <a:cs typeface="Meiryo"/>
              <a:sym typeface="Meiryo"/>
            </a:endParaRPr>
          </a:p>
        </p:txBody>
      </p:sp>
      <p:sp>
        <p:nvSpPr>
          <p:cNvPr id="133" name="Google Shape;133;p13">
            <a:extLst>
              <a:ext uri="{FF2B5EF4-FFF2-40B4-BE49-F238E27FC236}">
                <a16:creationId xmlns:a16="http://schemas.microsoft.com/office/drawing/2014/main" id="{5A47828D-E722-414D-9680-6615A8C61DAC}"/>
              </a:ext>
            </a:extLst>
          </p:cNvPr>
          <p:cNvSpPr txBox="1"/>
          <p:nvPr/>
        </p:nvSpPr>
        <p:spPr>
          <a:xfrm>
            <a:off x="4570225" y="3302938"/>
            <a:ext cx="13116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Seeeduino</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 XIAO</a:t>
            </a:r>
            <a:endParaRPr sz="900" b="0" i="0" u="none" strike="noStrike" cap="none">
              <a:solidFill>
                <a:srgbClr val="000000"/>
              </a:solidFill>
              <a:latin typeface="Meiryo"/>
              <a:ea typeface="Meiryo"/>
              <a:cs typeface="Meiryo"/>
              <a:sym typeface="Meiryo"/>
            </a:endParaRPr>
          </a:p>
        </p:txBody>
      </p:sp>
      <p:sp>
        <p:nvSpPr>
          <p:cNvPr id="134" name="Google Shape;134;p13">
            <a:extLst>
              <a:ext uri="{FF2B5EF4-FFF2-40B4-BE49-F238E27FC236}">
                <a16:creationId xmlns:a16="http://schemas.microsoft.com/office/drawing/2014/main" id="{A877ECD8-A87A-63F7-B83B-E9B5BAD686E0}"/>
              </a:ext>
            </a:extLst>
          </p:cNvPr>
          <p:cNvSpPr txBox="1"/>
          <p:nvPr/>
        </p:nvSpPr>
        <p:spPr>
          <a:xfrm>
            <a:off x="3263360" y="2123169"/>
            <a:ext cx="1025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ラインセンサ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：S4282-51</a:t>
            </a:r>
            <a:endParaRPr sz="900" b="1" i="0" u="none" strike="noStrike" cap="none">
              <a:solidFill>
                <a:srgbClr val="000000"/>
              </a:solidFill>
              <a:latin typeface="Meiryo"/>
              <a:ea typeface="Meiryo"/>
              <a:cs typeface="Meiryo"/>
              <a:sym typeface="Meiryo"/>
            </a:endParaRPr>
          </a:p>
        </p:txBody>
      </p:sp>
      <p:sp>
        <p:nvSpPr>
          <p:cNvPr id="135" name="Google Shape;135;p13">
            <a:extLst>
              <a:ext uri="{FF2B5EF4-FFF2-40B4-BE49-F238E27FC236}">
                <a16:creationId xmlns:a16="http://schemas.microsoft.com/office/drawing/2014/main" id="{BA5313CD-085B-DABA-7AAB-B472EE0660B3}"/>
              </a:ext>
            </a:extLst>
          </p:cNvPr>
          <p:cNvSpPr/>
          <p:nvPr/>
        </p:nvSpPr>
        <p:spPr>
          <a:xfrm>
            <a:off x="3147997" y="891258"/>
            <a:ext cx="2114100" cy="403895"/>
          </a:xfrm>
          <a:prstGeom prst="flowChartInputOutput">
            <a:avLst/>
          </a:prstGeom>
          <a:solidFill>
            <a:srgbClr val="FFFFFF"/>
          </a:solidFill>
          <a:ln w="76200" cap="flat" cmpd="sng">
            <a:solidFill>
              <a:srgbClr val="ED4F44"/>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36" name="Google Shape;136;p13">
            <a:extLst>
              <a:ext uri="{FF2B5EF4-FFF2-40B4-BE49-F238E27FC236}">
                <a16:creationId xmlns:a16="http://schemas.microsoft.com/office/drawing/2014/main" id="{18F9EF9E-A1B8-05C3-67F9-ECD0131EACF5}"/>
              </a:ext>
            </a:extLst>
          </p:cNvPr>
          <p:cNvSpPr txBox="1"/>
          <p:nvPr/>
        </p:nvSpPr>
        <p:spPr>
          <a:xfrm>
            <a:off x="3272610" y="918702"/>
            <a:ext cx="21696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システム概要図</a:t>
            </a:r>
            <a:endParaRPr sz="1800" b="1" i="0" u="none" strike="noStrike" cap="none">
              <a:solidFill>
                <a:srgbClr val="000000"/>
              </a:solidFill>
              <a:latin typeface="Meiryo"/>
              <a:ea typeface="Meiryo"/>
              <a:cs typeface="Meiryo"/>
              <a:sym typeface="Meiryo"/>
            </a:endParaRPr>
          </a:p>
        </p:txBody>
      </p:sp>
      <p:sp>
        <p:nvSpPr>
          <p:cNvPr id="137" name="Google Shape;137;p13">
            <a:extLst>
              <a:ext uri="{FF2B5EF4-FFF2-40B4-BE49-F238E27FC236}">
                <a16:creationId xmlns:a16="http://schemas.microsoft.com/office/drawing/2014/main" id="{D23D064B-EC88-5050-3EC0-83E62F76A745}"/>
              </a:ext>
            </a:extLst>
          </p:cNvPr>
          <p:cNvSpPr/>
          <p:nvPr/>
        </p:nvSpPr>
        <p:spPr>
          <a:xfrm>
            <a:off x="6354355" y="4012510"/>
            <a:ext cx="1322100" cy="4014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38" name="Google Shape;138;p13">
            <a:extLst>
              <a:ext uri="{FF2B5EF4-FFF2-40B4-BE49-F238E27FC236}">
                <a16:creationId xmlns:a16="http://schemas.microsoft.com/office/drawing/2014/main" id="{8058CB19-8E33-CDA8-536F-5F1A5E61C3C8}"/>
              </a:ext>
            </a:extLst>
          </p:cNvPr>
          <p:cNvSpPr txBox="1"/>
          <p:nvPr/>
        </p:nvSpPr>
        <p:spPr>
          <a:xfrm>
            <a:off x="5644302" y="1829816"/>
            <a:ext cx="1283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I2C超音波センサー</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アダプター</a:t>
            </a:r>
            <a:endParaRPr sz="900" b="1" i="0" u="none" strike="noStrike" cap="none">
              <a:solidFill>
                <a:srgbClr val="000000"/>
              </a:solidFill>
              <a:latin typeface="Meiryo"/>
              <a:ea typeface="Meiryo"/>
              <a:cs typeface="Meiryo"/>
              <a:sym typeface="Meiryo"/>
            </a:endParaRPr>
          </a:p>
        </p:txBody>
      </p:sp>
      <p:pic>
        <p:nvPicPr>
          <p:cNvPr id="139" name="Google Shape;139;p13">
            <a:extLst>
              <a:ext uri="{FF2B5EF4-FFF2-40B4-BE49-F238E27FC236}">
                <a16:creationId xmlns:a16="http://schemas.microsoft.com/office/drawing/2014/main" id="{0B46DF6F-9A79-959E-A00D-06A029744FA5}"/>
              </a:ext>
            </a:extLst>
          </p:cNvPr>
          <p:cNvPicPr preferRelativeResize="0"/>
          <p:nvPr/>
        </p:nvPicPr>
        <p:blipFill rotWithShape="1">
          <a:blip r:embed="rId5">
            <a:alphaModFix/>
          </a:blip>
          <a:srcRect/>
          <a:stretch/>
        </p:blipFill>
        <p:spPr>
          <a:xfrm rot="1642127">
            <a:off x="6494703" y="1614871"/>
            <a:ext cx="927827" cy="695870"/>
          </a:xfrm>
          <a:prstGeom prst="rect">
            <a:avLst/>
          </a:prstGeom>
          <a:noFill/>
          <a:ln>
            <a:noFill/>
          </a:ln>
        </p:spPr>
      </p:pic>
      <p:pic>
        <p:nvPicPr>
          <p:cNvPr id="140" name="Google Shape;140;p13">
            <a:extLst>
              <a:ext uri="{FF2B5EF4-FFF2-40B4-BE49-F238E27FC236}">
                <a16:creationId xmlns:a16="http://schemas.microsoft.com/office/drawing/2014/main" id="{DD844C9B-3CAE-90D0-7A32-BD4D28F3E56D}"/>
              </a:ext>
            </a:extLst>
          </p:cNvPr>
          <p:cNvPicPr preferRelativeResize="0"/>
          <p:nvPr/>
        </p:nvPicPr>
        <p:blipFill rotWithShape="1">
          <a:blip r:embed="rId6">
            <a:alphaModFix/>
          </a:blip>
          <a:srcRect/>
          <a:stretch/>
        </p:blipFill>
        <p:spPr>
          <a:xfrm rot="2245386" flipH="1">
            <a:off x="5401489" y="3068042"/>
            <a:ext cx="424497" cy="429455"/>
          </a:xfrm>
          <a:prstGeom prst="rect">
            <a:avLst/>
          </a:prstGeom>
          <a:noFill/>
          <a:ln>
            <a:noFill/>
          </a:ln>
        </p:spPr>
      </p:pic>
      <p:sp>
        <p:nvSpPr>
          <p:cNvPr id="141" name="Google Shape;141;p13">
            <a:extLst>
              <a:ext uri="{FF2B5EF4-FFF2-40B4-BE49-F238E27FC236}">
                <a16:creationId xmlns:a16="http://schemas.microsoft.com/office/drawing/2014/main" id="{4F124F19-3D02-1486-DAE5-88ACD2F93BA1}"/>
              </a:ext>
            </a:extLst>
          </p:cNvPr>
          <p:cNvSpPr/>
          <p:nvPr/>
        </p:nvSpPr>
        <p:spPr>
          <a:xfrm>
            <a:off x="4638566" y="1571294"/>
            <a:ext cx="948000" cy="4113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42" name="Google Shape;142;p13">
            <a:extLst>
              <a:ext uri="{FF2B5EF4-FFF2-40B4-BE49-F238E27FC236}">
                <a16:creationId xmlns:a16="http://schemas.microsoft.com/office/drawing/2014/main" id="{7E2085A4-31E9-0B75-AD5A-D1778D482414}"/>
              </a:ext>
            </a:extLst>
          </p:cNvPr>
          <p:cNvSpPr txBox="1"/>
          <p:nvPr/>
        </p:nvSpPr>
        <p:spPr>
          <a:xfrm>
            <a:off x="4607916" y="1586318"/>
            <a:ext cx="1052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ボールセンサ</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アダプター</a:t>
            </a:r>
            <a:endParaRPr sz="900" b="1" i="0" u="none" strike="noStrike" cap="none">
              <a:solidFill>
                <a:srgbClr val="000000"/>
              </a:solidFill>
              <a:latin typeface="Meiryo"/>
              <a:ea typeface="Meiryo"/>
              <a:cs typeface="Meiryo"/>
              <a:sym typeface="Meiryo"/>
            </a:endParaRPr>
          </a:p>
        </p:txBody>
      </p:sp>
      <p:sp>
        <p:nvSpPr>
          <p:cNvPr id="143" name="Google Shape;143;p13">
            <a:extLst>
              <a:ext uri="{FF2B5EF4-FFF2-40B4-BE49-F238E27FC236}">
                <a16:creationId xmlns:a16="http://schemas.microsoft.com/office/drawing/2014/main" id="{CD221347-2421-DF8E-EA43-18B94B82BD49}"/>
              </a:ext>
            </a:extLst>
          </p:cNvPr>
          <p:cNvSpPr/>
          <p:nvPr/>
        </p:nvSpPr>
        <p:spPr>
          <a:xfrm>
            <a:off x="3240822" y="2584421"/>
            <a:ext cx="974400" cy="3162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144" name="Google Shape;144;p13">
            <a:extLst>
              <a:ext uri="{FF2B5EF4-FFF2-40B4-BE49-F238E27FC236}">
                <a16:creationId xmlns:a16="http://schemas.microsoft.com/office/drawing/2014/main" id="{748FCF01-FB27-EF96-8998-77A9A11F1209}"/>
              </a:ext>
            </a:extLst>
          </p:cNvPr>
          <p:cNvSpPr txBox="1"/>
          <p:nvPr/>
        </p:nvSpPr>
        <p:spPr>
          <a:xfrm>
            <a:off x="3187504" y="2518912"/>
            <a:ext cx="1267200" cy="451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加速度センサ</a:t>
            </a:r>
            <a:endParaRPr sz="14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t>
            </a:r>
            <a:r>
              <a:rPr lang="ja-JP" sz="900" b="0" i="0" u="none" strike="noStrike" cap="none">
                <a:solidFill>
                  <a:srgbClr val="000000"/>
                </a:solidFill>
                <a:latin typeface="Meiryo"/>
                <a:ea typeface="Meiryo"/>
                <a:cs typeface="Meiryo"/>
                <a:sym typeface="Meiryo"/>
              </a:rPr>
              <a:t> </a:t>
            </a:r>
            <a:r>
              <a:rPr lang="ja-JP" sz="900" b="1" i="0" u="none" strike="noStrike" cap="none">
                <a:solidFill>
                  <a:srgbClr val="000000"/>
                </a:solidFill>
                <a:latin typeface="Meiryo"/>
                <a:ea typeface="Meiryo"/>
                <a:cs typeface="Meiryo"/>
                <a:sym typeface="Meiryo"/>
              </a:rPr>
              <a:t>KXTC9-2050</a:t>
            </a:r>
            <a:endParaRPr sz="900" b="1" i="0" u="none" strike="noStrike" cap="none">
              <a:solidFill>
                <a:srgbClr val="000000"/>
              </a:solidFill>
              <a:latin typeface="Meiryo"/>
              <a:ea typeface="Meiryo"/>
              <a:cs typeface="Meiryo"/>
              <a:sym typeface="Meiryo"/>
            </a:endParaRPr>
          </a:p>
        </p:txBody>
      </p:sp>
      <p:pic>
        <p:nvPicPr>
          <p:cNvPr id="145" name="Google Shape;145;p13">
            <a:extLst>
              <a:ext uri="{FF2B5EF4-FFF2-40B4-BE49-F238E27FC236}">
                <a16:creationId xmlns:a16="http://schemas.microsoft.com/office/drawing/2014/main" id="{3260761F-6D25-1856-D036-6863D9D3E76A}"/>
              </a:ext>
            </a:extLst>
          </p:cNvPr>
          <p:cNvPicPr preferRelativeResize="0"/>
          <p:nvPr/>
        </p:nvPicPr>
        <p:blipFill rotWithShape="1">
          <a:blip r:embed="rId7">
            <a:alphaModFix/>
          </a:blip>
          <a:srcRect/>
          <a:stretch/>
        </p:blipFill>
        <p:spPr>
          <a:xfrm rot="10800000" flipH="1">
            <a:off x="5864582" y="3977083"/>
            <a:ext cx="522418" cy="416300"/>
          </a:xfrm>
          <a:prstGeom prst="rect">
            <a:avLst/>
          </a:prstGeom>
          <a:noFill/>
          <a:ln>
            <a:noFill/>
          </a:ln>
        </p:spPr>
      </p:pic>
      <p:pic>
        <p:nvPicPr>
          <p:cNvPr id="146" name="Google Shape;146;p13">
            <a:extLst>
              <a:ext uri="{FF2B5EF4-FFF2-40B4-BE49-F238E27FC236}">
                <a16:creationId xmlns:a16="http://schemas.microsoft.com/office/drawing/2014/main" id="{BD64F0C4-A1E1-F61C-9FCD-10E8005AB97B}"/>
              </a:ext>
            </a:extLst>
          </p:cNvPr>
          <p:cNvPicPr preferRelativeResize="0"/>
          <p:nvPr/>
        </p:nvPicPr>
        <p:blipFill rotWithShape="1">
          <a:blip r:embed="rId8">
            <a:alphaModFix/>
          </a:blip>
          <a:srcRect/>
          <a:stretch/>
        </p:blipFill>
        <p:spPr>
          <a:xfrm>
            <a:off x="3952296" y="2397439"/>
            <a:ext cx="598100" cy="448575"/>
          </a:xfrm>
          <a:prstGeom prst="rect">
            <a:avLst/>
          </a:prstGeom>
          <a:noFill/>
          <a:ln>
            <a:noFill/>
          </a:ln>
        </p:spPr>
      </p:pic>
      <p:sp>
        <p:nvSpPr>
          <p:cNvPr id="147" name="Google Shape;147;p13">
            <a:extLst>
              <a:ext uri="{FF2B5EF4-FFF2-40B4-BE49-F238E27FC236}">
                <a16:creationId xmlns:a16="http://schemas.microsoft.com/office/drawing/2014/main" id="{94F1441E-9F99-8189-42B9-3AC85335AD3B}"/>
              </a:ext>
            </a:extLst>
          </p:cNvPr>
          <p:cNvSpPr txBox="1"/>
          <p:nvPr/>
        </p:nvSpPr>
        <p:spPr>
          <a:xfrm>
            <a:off x="6319710" y="4012521"/>
            <a:ext cx="1391400"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ジョンミンモーター</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t>
            </a:r>
            <a:r>
              <a:rPr lang="ja-JP" sz="900" b="1" i="0" u="none" strike="noStrike" cap="none">
                <a:solidFill>
                  <a:schemeClr val="dk1"/>
                </a:solidFill>
                <a:latin typeface="Meiryo"/>
                <a:ea typeface="Meiryo"/>
                <a:cs typeface="Meiryo"/>
                <a:sym typeface="Meiryo"/>
              </a:rPr>
              <a:t>joinmax3561</a:t>
            </a:r>
            <a:endParaRPr sz="900" b="1" i="0" u="none" strike="noStrike" cap="none">
              <a:solidFill>
                <a:schemeClr val="dk1"/>
              </a:solidFill>
              <a:latin typeface="Meiryo"/>
              <a:ea typeface="Meiryo"/>
              <a:cs typeface="Meiryo"/>
              <a:sym typeface="Meiryo"/>
            </a:endParaRPr>
          </a:p>
        </p:txBody>
      </p:sp>
      <p:sp>
        <p:nvSpPr>
          <p:cNvPr id="148" name="Google Shape;148;p13">
            <a:extLst>
              <a:ext uri="{FF2B5EF4-FFF2-40B4-BE49-F238E27FC236}">
                <a16:creationId xmlns:a16="http://schemas.microsoft.com/office/drawing/2014/main" id="{FE658BA9-7F08-2545-5401-313B8ACFB3A8}"/>
              </a:ext>
            </a:extLst>
          </p:cNvPr>
          <p:cNvSpPr/>
          <p:nvPr/>
        </p:nvSpPr>
        <p:spPr>
          <a:xfrm>
            <a:off x="8372104" y="3308421"/>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49" name="Google Shape;149;p13">
            <a:extLst>
              <a:ext uri="{FF2B5EF4-FFF2-40B4-BE49-F238E27FC236}">
                <a16:creationId xmlns:a16="http://schemas.microsoft.com/office/drawing/2014/main" id="{599DE7B3-7B4A-62AC-416F-D0ACF893AF1C}"/>
              </a:ext>
            </a:extLst>
          </p:cNvPr>
          <p:cNvSpPr/>
          <p:nvPr/>
        </p:nvSpPr>
        <p:spPr>
          <a:xfrm>
            <a:off x="8368917" y="887383"/>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50" name="Google Shape;150;p13">
            <a:extLst>
              <a:ext uri="{FF2B5EF4-FFF2-40B4-BE49-F238E27FC236}">
                <a16:creationId xmlns:a16="http://schemas.microsoft.com/office/drawing/2014/main" id="{248364F7-9E9B-DD42-070B-DA5DC2D093D8}"/>
              </a:ext>
            </a:extLst>
          </p:cNvPr>
          <p:cNvSpPr/>
          <p:nvPr/>
        </p:nvSpPr>
        <p:spPr>
          <a:xfrm>
            <a:off x="8376149" y="2095792"/>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51" name="Google Shape;151;p13">
            <a:extLst>
              <a:ext uri="{FF2B5EF4-FFF2-40B4-BE49-F238E27FC236}">
                <a16:creationId xmlns:a16="http://schemas.microsoft.com/office/drawing/2014/main" id="{05D11C38-4C8D-45FF-B5D1-01C9C9535458}"/>
              </a:ext>
            </a:extLst>
          </p:cNvPr>
          <p:cNvSpPr txBox="1"/>
          <p:nvPr/>
        </p:nvSpPr>
        <p:spPr>
          <a:xfrm>
            <a:off x="9485752" y="8385271"/>
            <a:ext cx="21234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開発環境</a:t>
            </a:r>
            <a:endParaRPr sz="1800" b="1" i="0" u="none" strike="noStrike" cap="none">
              <a:solidFill>
                <a:srgbClr val="000000"/>
              </a:solidFill>
              <a:latin typeface="Meiryo"/>
              <a:ea typeface="Meiryo"/>
              <a:cs typeface="Meiryo"/>
              <a:sym typeface="Meiryo"/>
            </a:endParaRPr>
          </a:p>
        </p:txBody>
      </p:sp>
      <p:sp>
        <p:nvSpPr>
          <p:cNvPr id="152" name="Google Shape;152;p13">
            <a:extLst>
              <a:ext uri="{FF2B5EF4-FFF2-40B4-BE49-F238E27FC236}">
                <a16:creationId xmlns:a16="http://schemas.microsoft.com/office/drawing/2014/main" id="{E6F22BF9-6DDD-F0EC-EFFA-5F16EBAE2EEC}"/>
              </a:ext>
            </a:extLst>
          </p:cNvPr>
          <p:cNvSpPr txBox="1"/>
          <p:nvPr/>
        </p:nvSpPr>
        <p:spPr>
          <a:xfrm>
            <a:off x="29542" y="8465631"/>
            <a:ext cx="4065526"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正確なボールの位置を把握するには</a:t>
            </a:r>
            <a:endParaRPr sz="1800" b="1" i="0" u="none" strike="noStrike" cap="none">
              <a:solidFill>
                <a:srgbClr val="000000"/>
              </a:solidFill>
              <a:latin typeface="Meiryo"/>
              <a:ea typeface="Meiryo"/>
              <a:cs typeface="Meiryo"/>
              <a:sym typeface="Meiryo"/>
            </a:endParaRPr>
          </a:p>
        </p:txBody>
      </p:sp>
      <p:sp>
        <p:nvSpPr>
          <p:cNvPr id="153" name="Google Shape;153;p13">
            <a:extLst>
              <a:ext uri="{FF2B5EF4-FFF2-40B4-BE49-F238E27FC236}">
                <a16:creationId xmlns:a16="http://schemas.microsoft.com/office/drawing/2014/main" id="{4A665D00-550E-9B8E-3566-7BB2EA845F00}"/>
              </a:ext>
            </a:extLst>
          </p:cNvPr>
          <p:cNvSpPr txBox="1"/>
          <p:nvPr/>
        </p:nvSpPr>
        <p:spPr>
          <a:xfrm>
            <a:off x="8306619" y="831183"/>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ボールセンサ</a:t>
            </a:r>
            <a:endParaRPr sz="1900" b="0" i="0" u="none" strike="noStrike" cap="none">
              <a:solidFill>
                <a:srgbClr val="5B9BD5"/>
              </a:solidFill>
              <a:latin typeface="Arial"/>
              <a:ea typeface="Arial"/>
              <a:cs typeface="Arial"/>
              <a:sym typeface="Arial"/>
            </a:endParaRPr>
          </a:p>
        </p:txBody>
      </p:sp>
      <p:cxnSp>
        <p:nvCxnSpPr>
          <p:cNvPr id="154" name="Google Shape;154;p13">
            <a:extLst>
              <a:ext uri="{FF2B5EF4-FFF2-40B4-BE49-F238E27FC236}">
                <a16:creationId xmlns:a16="http://schemas.microsoft.com/office/drawing/2014/main" id="{26965D49-C912-0C7F-1CB9-9FA2ABA84468}"/>
              </a:ext>
            </a:extLst>
          </p:cNvPr>
          <p:cNvCxnSpPr/>
          <p:nvPr/>
        </p:nvCxnSpPr>
        <p:spPr>
          <a:xfrm rot="10800000">
            <a:off x="8368917" y="1097024"/>
            <a:ext cx="2059200" cy="0"/>
          </a:xfrm>
          <a:prstGeom prst="straightConnector1">
            <a:avLst/>
          </a:prstGeom>
          <a:noFill/>
          <a:ln w="9525" cap="flat" cmpd="sng">
            <a:solidFill>
              <a:srgbClr val="8DA9DB"/>
            </a:solidFill>
            <a:prstDash val="dash"/>
            <a:round/>
            <a:headEnd type="none" w="sm" len="sm"/>
            <a:tailEnd type="none" w="sm" len="sm"/>
          </a:ln>
        </p:spPr>
      </p:cxnSp>
      <p:sp>
        <p:nvSpPr>
          <p:cNvPr id="155" name="Google Shape;155;p13">
            <a:extLst>
              <a:ext uri="{FF2B5EF4-FFF2-40B4-BE49-F238E27FC236}">
                <a16:creationId xmlns:a16="http://schemas.microsoft.com/office/drawing/2014/main" id="{1B6FB50A-9059-E24F-726A-D027DCF3B25F}"/>
              </a:ext>
            </a:extLst>
          </p:cNvPr>
          <p:cNvSpPr txBox="1"/>
          <p:nvPr/>
        </p:nvSpPr>
        <p:spPr>
          <a:xfrm>
            <a:off x="10477878" y="799578"/>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超音波センサ</a:t>
            </a:r>
            <a:endParaRPr sz="1900" b="0" i="0" u="none" strike="noStrike" cap="none">
              <a:solidFill>
                <a:srgbClr val="5B9BD5"/>
              </a:solidFill>
              <a:latin typeface="Arial"/>
              <a:ea typeface="Arial"/>
              <a:cs typeface="Arial"/>
              <a:sym typeface="Arial"/>
            </a:endParaRPr>
          </a:p>
        </p:txBody>
      </p:sp>
      <p:sp>
        <p:nvSpPr>
          <p:cNvPr id="156" name="Google Shape;156;p13">
            <a:extLst>
              <a:ext uri="{FF2B5EF4-FFF2-40B4-BE49-F238E27FC236}">
                <a16:creationId xmlns:a16="http://schemas.microsoft.com/office/drawing/2014/main" id="{0838B183-11A5-F6C7-8D6D-B45FAEB6247B}"/>
              </a:ext>
            </a:extLst>
          </p:cNvPr>
          <p:cNvSpPr txBox="1"/>
          <p:nvPr/>
        </p:nvSpPr>
        <p:spPr>
          <a:xfrm>
            <a:off x="12677431" y="799578"/>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5B9BD5"/>
                </a:solidFill>
                <a:latin typeface="Arial"/>
                <a:ea typeface="Arial"/>
                <a:cs typeface="Arial"/>
                <a:sym typeface="Arial"/>
              </a:rPr>
              <a:t>マイクロコア</a:t>
            </a:r>
            <a:endParaRPr sz="1400" b="0" i="0" u="none" strike="noStrike" cap="none">
              <a:solidFill>
                <a:srgbClr val="000000"/>
              </a:solidFill>
              <a:latin typeface="Arial"/>
              <a:ea typeface="Arial"/>
              <a:cs typeface="Arial"/>
              <a:sym typeface="Arial"/>
            </a:endParaRPr>
          </a:p>
        </p:txBody>
      </p:sp>
      <p:sp>
        <p:nvSpPr>
          <p:cNvPr id="157" name="Google Shape;157;p13">
            <a:extLst>
              <a:ext uri="{FF2B5EF4-FFF2-40B4-BE49-F238E27FC236}">
                <a16:creationId xmlns:a16="http://schemas.microsoft.com/office/drawing/2014/main" id="{0610E6C5-58B6-4DF5-79FD-F477AC7DB80C}"/>
              </a:ext>
            </a:extLst>
          </p:cNvPr>
          <p:cNvSpPr txBox="1"/>
          <p:nvPr/>
        </p:nvSpPr>
        <p:spPr>
          <a:xfrm>
            <a:off x="12673137" y="3235559"/>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5B9BD5"/>
                </a:solidFill>
                <a:latin typeface="Arial"/>
                <a:ea typeface="Arial"/>
                <a:cs typeface="Arial"/>
                <a:sym typeface="Arial"/>
              </a:rPr>
              <a:t>板</a:t>
            </a:r>
            <a:endParaRPr sz="1400" b="0" i="0" u="none" strike="noStrike" cap="none">
              <a:solidFill>
                <a:srgbClr val="000000"/>
              </a:solidFill>
              <a:latin typeface="Arial"/>
              <a:ea typeface="Arial"/>
              <a:cs typeface="Arial"/>
              <a:sym typeface="Arial"/>
            </a:endParaRPr>
          </a:p>
        </p:txBody>
      </p:sp>
      <p:sp>
        <p:nvSpPr>
          <p:cNvPr id="158" name="Google Shape;158;p13">
            <a:extLst>
              <a:ext uri="{FF2B5EF4-FFF2-40B4-BE49-F238E27FC236}">
                <a16:creationId xmlns:a16="http://schemas.microsoft.com/office/drawing/2014/main" id="{9126BF56-C95A-CA8C-BDF2-F522C51E47AC}"/>
              </a:ext>
            </a:extLst>
          </p:cNvPr>
          <p:cNvSpPr txBox="1"/>
          <p:nvPr/>
        </p:nvSpPr>
        <p:spPr>
          <a:xfrm>
            <a:off x="12673137" y="1995530"/>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加速度センサ</a:t>
            </a:r>
            <a:endParaRPr sz="1900" b="0" i="0" u="none" strike="noStrike" cap="none">
              <a:solidFill>
                <a:srgbClr val="5B9BD5"/>
              </a:solidFill>
              <a:latin typeface="Arial"/>
              <a:ea typeface="Arial"/>
              <a:cs typeface="Arial"/>
              <a:sym typeface="Arial"/>
            </a:endParaRPr>
          </a:p>
        </p:txBody>
      </p:sp>
      <p:sp>
        <p:nvSpPr>
          <p:cNvPr id="159" name="Google Shape;159;p13">
            <a:extLst>
              <a:ext uri="{FF2B5EF4-FFF2-40B4-BE49-F238E27FC236}">
                <a16:creationId xmlns:a16="http://schemas.microsoft.com/office/drawing/2014/main" id="{6C26029C-17E7-61E0-1F89-991B432E629B}"/>
              </a:ext>
            </a:extLst>
          </p:cNvPr>
          <p:cNvSpPr txBox="1"/>
          <p:nvPr/>
        </p:nvSpPr>
        <p:spPr>
          <a:xfrm>
            <a:off x="10507878" y="2006124"/>
            <a:ext cx="17733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ジャイロセンサ</a:t>
            </a:r>
            <a:endParaRPr sz="1900" b="0" i="0" u="none" strike="noStrike" cap="none">
              <a:solidFill>
                <a:srgbClr val="5B9BD5"/>
              </a:solidFill>
              <a:latin typeface="Arial"/>
              <a:ea typeface="Arial"/>
              <a:cs typeface="Arial"/>
              <a:sym typeface="Arial"/>
            </a:endParaRPr>
          </a:p>
        </p:txBody>
      </p:sp>
      <p:sp>
        <p:nvSpPr>
          <p:cNvPr id="160" name="Google Shape;160;p13">
            <a:extLst>
              <a:ext uri="{FF2B5EF4-FFF2-40B4-BE49-F238E27FC236}">
                <a16:creationId xmlns:a16="http://schemas.microsoft.com/office/drawing/2014/main" id="{C614C403-8882-2C1F-54A8-EE05CAB7AC36}"/>
              </a:ext>
            </a:extLst>
          </p:cNvPr>
          <p:cNvSpPr txBox="1"/>
          <p:nvPr/>
        </p:nvSpPr>
        <p:spPr>
          <a:xfrm>
            <a:off x="8318941" y="2017106"/>
            <a:ext cx="14967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ラインセンサ</a:t>
            </a:r>
            <a:endParaRPr sz="1900" b="0" i="0" u="none" strike="noStrike" cap="none">
              <a:solidFill>
                <a:srgbClr val="5B9BD5"/>
              </a:solidFill>
              <a:latin typeface="Arial"/>
              <a:ea typeface="Arial"/>
              <a:cs typeface="Arial"/>
              <a:sym typeface="Arial"/>
            </a:endParaRPr>
          </a:p>
        </p:txBody>
      </p:sp>
      <p:sp>
        <p:nvSpPr>
          <p:cNvPr id="161" name="Google Shape;161;p13">
            <a:extLst>
              <a:ext uri="{FF2B5EF4-FFF2-40B4-BE49-F238E27FC236}">
                <a16:creationId xmlns:a16="http://schemas.microsoft.com/office/drawing/2014/main" id="{7B4C41AC-1A61-6D19-4C30-6EB8F82A911C}"/>
              </a:ext>
            </a:extLst>
          </p:cNvPr>
          <p:cNvSpPr txBox="1"/>
          <p:nvPr/>
        </p:nvSpPr>
        <p:spPr>
          <a:xfrm>
            <a:off x="10532122" y="3224595"/>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基板</a:t>
            </a:r>
            <a:endParaRPr sz="1900" b="0" i="0" u="none" strike="noStrike" cap="none">
              <a:solidFill>
                <a:srgbClr val="5B9BD5"/>
              </a:solidFill>
              <a:latin typeface="Arial"/>
              <a:ea typeface="Arial"/>
              <a:cs typeface="Arial"/>
              <a:sym typeface="Arial"/>
            </a:endParaRPr>
          </a:p>
        </p:txBody>
      </p:sp>
      <p:cxnSp>
        <p:nvCxnSpPr>
          <p:cNvPr id="162" name="Google Shape;162;p13">
            <a:extLst>
              <a:ext uri="{FF2B5EF4-FFF2-40B4-BE49-F238E27FC236}">
                <a16:creationId xmlns:a16="http://schemas.microsoft.com/office/drawing/2014/main" id="{452FAD19-5185-5D3A-D92A-65F0D86FFDC2}"/>
              </a:ext>
            </a:extLst>
          </p:cNvPr>
          <p:cNvCxnSpPr/>
          <p:nvPr/>
        </p:nvCxnSpPr>
        <p:spPr>
          <a:xfrm rot="10800000">
            <a:off x="8372817" y="2300022"/>
            <a:ext cx="2059200" cy="0"/>
          </a:xfrm>
          <a:prstGeom prst="straightConnector1">
            <a:avLst/>
          </a:prstGeom>
          <a:noFill/>
          <a:ln w="9525" cap="flat" cmpd="sng">
            <a:solidFill>
              <a:srgbClr val="8DA9DB"/>
            </a:solidFill>
            <a:prstDash val="dash"/>
            <a:round/>
            <a:headEnd type="none" w="sm" len="sm"/>
            <a:tailEnd type="none" w="sm" len="sm"/>
          </a:ln>
        </p:spPr>
      </p:cxnSp>
      <p:sp>
        <p:nvSpPr>
          <p:cNvPr id="163" name="Google Shape;163;p13">
            <a:extLst>
              <a:ext uri="{FF2B5EF4-FFF2-40B4-BE49-F238E27FC236}">
                <a16:creationId xmlns:a16="http://schemas.microsoft.com/office/drawing/2014/main" id="{004FD730-16D5-5BC8-BF44-CA52A210B7C2}"/>
              </a:ext>
            </a:extLst>
          </p:cNvPr>
          <p:cNvSpPr txBox="1"/>
          <p:nvPr/>
        </p:nvSpPr>
        <p:spPr>
          <a:xfrm>
            <a:off x="8357606" y="3230983"/>
            <a:ext cx="1568100" cy="3705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5B9BD5"/>
                </a:solidFill>
                <a:latin typeface="Arial"/>
                <a:ea typeface="Arial"/>
                <a:cs typeface="Arial"/>
                <a:sym typeface="Arial"/>
              </a:rPr>
              <a:t>全方位カメラ</a:t>
            </a:r>
            <a:endParaRPr sz="1900" b="0" i="0" u="none" strike="noStrike" cap="none">
              <a:solidFill>
                <a:srgbClr val="5B9BD5"/>
              </a:solidFill>
              <a:latin typeface="Arial"/>
              <a:ea typeface="Arial"/>
              <a:cs typeface="Arial"/>
              <a:sym typeface="Arial"/>
            </a:endParaRPr>
          </a:p>
        </p:txBody>
      </p:sp>
      <p:cxnSp>
        <p:nvCxnSpPr>
          <p:cNvPr id="164" name="Google Shape;164;p13">
            <a:extLst>
              <a:ext uri="{FF2B5EF4-FFF2-40B4-BE49-F238E27FC236}">
                <a16:creationId xmlns:a16="http://schemas.microsoft.com/office/drawing/2014/main" id="{2F5E42EC-C358-CA0A-1356-3047AC75CE8D}"/>
              </a:ext>
            </a:extLst>
          </p:cNvPr>
          <p:cNvCxnSpPr/>
          <p:nvPr/>
        </p:nvCxnSpPr>
        <p:spPr>
          <a:xfrm rot="10800000">
            <a:off x="8365779" y="3539920"/>
            <a:ext cx="2059200" cy="0"/>
          </a:xfrm>
          <a:prstGeom prst="straightConnector1">
            <a:avLst/>
          </a:prstGeom>
          <a:noFill/>
          <a:ln w="9525" cap="flat" cmpd="sng">
            <a:solidFill>
              <a:srgbClr val="8DA9DB"/>
            </a:solidFill>
            <a:prstDash val="dash"/>
            <a:round/>
            <a:headEnd type="none" w="sm" len="sm"/>
            <a:tailEnd type="none" w="sm" len="sm"/>
          </a:ln>
        </p:spPr>
      </p:cxnSp>
      <p:sp>
        <p:nvSpPr>
          <p:cNvPr id="165" name="Google Shape;165;p13">
            <a:extLst>
              <a:ext uri="{FF2B5EF4-FFF2-40B4-BE49-F238E27FC236}">
                <a16:creationId xmlns:a16="http://schemas.microsoft.com/office/drawing/2014/main" id="{0E32F545-3896-538E-7500-2AD68152B2BB}"/>
              </a:ext>
            </a:extLst>
          </p:cNvPr>
          <p:cNvSpPr/>
          <p:nvPr/>
        </p:nvSpPr>
        <p:spPr>
          <a:xfrm>
            <a:off x="3257191" y="3534958"/>
            <a:ext cx="1042270" cy="345645"/>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66" name="Google Shape;166;p13">
            <a:extLst>
              <a:ext uri="{FF2B5EF4-FFF2-40B4-BE49-F238E27FC236}">
                <a16:creationId xmlns:a16="http://schemas.microsoft.com/office/drawing/2014/main" id="{70F4E707-9E50-33D7-9FF5-40C19EC13BC2}"/>
              </a:ext>
            </a:extLst>
          </p:cNvPr>
          <p:cNvSpPr txBox="1"/>
          <p:nvPr/>
        </p:nvSpPr>
        <p:spPr>
          <a:xfrm>
            <a:off x="3173571" y="3525792"/>
            <a:ext cx="1193141"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カメラ</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：Pixy2.1</a:t>
            </a:r>
            <a:endParaRPr sz="900" b="1" i="0" u="none" strike="noStrike" cap="none">
              <a:solidFill>
                <a:srgbClr val="333333"/>
              </a:solidFill>
              <a:highlight>
                <a:srgbClr val="FFFFFF"/>
              </a:highlight>
              <a:latin typeface="Meiryo"/>
              <a:ea typeface="Meiryo"/>
              <a:cs typeface="Meiryo"/>
              <a:sym typeface="Meiryo"/>
            </a:endParaRPr>
          </a:p>
        </p:txBody>
      </p:sp>
      <p:pic>
        <p:nvPicPr>
          <p:cNvPr id="167" name="Google Shape;167;p13">
            <a:extLst>
              <a:ext uri="{FF2B5EF4-FFF2-40B4-BE49-F238E27FC236}">
                <a16:creationId xmlns:a16="http://schemas.microsoft.com/office/drawing/2014/main" id="{3104BB9A-48B8-5965-8FF4-691801229E5C}"/>
              </a:ext>
            </a:extLst>
          </p:cNvPr>
          <p:cNvPicPr preferRelativeResize="0"/>
          <p:nvPr/>
        </p:nvPicPr>
        <p:blipFill rotWithShape="1">
          <a:blip r:embed="rId9">
            <a:alphaModFix/>
          </a:blip>
          <a:srcRect l="13493" t="16145" b="11142"/>
          <a:stretch/>
        </p:blipFill>
        <p:spPr>
          <a:xfrm>
            <a:off x="3737726" y="9453400"/>
            <a:ext cx="686299" cy="613303"/>
          </a:xfrm>
          <a:prstGeom prst="rect">
            <a:avLst/>
          </a:prstGeom>
          <a:noFill/>
          <a:ln>
            <a:noFill/>
          </a:ln>
        </p:spPr>
      </p:pic>
      <p:pic>
        <p:nvPicPr>
          <p:cNvPr id="168" name="Google Shape;168;p13">
            <a:extLst>
              <a:ext uri="{FF2B5EF4-FFF2-40B4-BE49-F238E27FC236}">
                <a16:creationId xmlns:a16="http://schemas.microsoft.com/office/drawing/2014/main" id="{CC03B1DC-8D9C-7F78-2DCC-21F53719B865}"/>
              </a:ext>
            </a:extLst>
          </p:cNvPr>
          <p:cNvPicPr preferRelativeResize="0"/>
          <p:nvPr/>
        </p:nvPicPr>
        <p:blipFill rotWithShape="1">
          <a:blip r:embed="rId10">
            <a:alphaModFix/>
          </a:blip>
          <a:srcRect l="10149" t="12043" r="16731" b="11785"/>
          <a:stretch/>
        </p:blipFill>
        <p:spPr>
          <a:xfrm>
            <a:off x="3762389" y="9990099"/>
            <a:ext cx="686300" cy="606655"/>
          </a:xfrm>
          <a:prstGeom prst="rect">
            <a:avLst/>
          </a:prstGeom>
          <a:noFill/>
          <a:ln>
            <a:noFill/>
          </a:ln>
        </p:spPr>
      </p:pic>
      <p:pic>
        <p:nvPicPr>
          <p:cNvPr id="169" name="Google Shape;169;p13">
            <a:extLst>
              <a:ext uri="{FF2B5EF4-FFF2-40B4-BE49-F238E27FC236}">
                <a16:creationId xmlns:a16="http://schemas.microsoft.com/office/drawing/2014/main" id="{446EA7F7-82AE-4E01-7E1B-CED7D1BFE734}"/>
              </a:ext>
            </a:extLst>
          </p:cNvPr>
          <p:cNvPicPr preferRelativeResize="0"/>
          <p:nvPr/>
        </p:nvPicPr>
        <p:blipFill rotWithShape="1">
          <a:blip r:embed="rId11">
            <a:alphaModFix/>
          </a:blip>
          <a:srcRect l="15600" t="18701" b="14184"/>
          <a:stretch/>
        </p:blipFill>
        <p:spPr>
          <a:xfrm>
            <a:off x="3061512" y="10012224"/>
            <a:ext cx="656100" cy="572442"/>
          </a:xfrm>
          <a:prstGeom prst="rect">
            <a:avLst/>
          </a:prstGeom>
          <a:noFill/>
          <a:ln>
            <a:noFill/>
          </a:ln>
        </p:spPr>
      </p:pic>
      <p:sp>
        <p:nvSpPr>
          <p:cNvPr id="170" name="Google Shape;170;p13">
            <a:extLst>
              <a:ext uri="{FF2B5EF4-FFF2-40B4-BE49-F238E27FC236}">
                <a16:creationId xmlns:a16="http://schemas.microsoft.com/office/drawing/2014/main" id="{043DEC36-C3DC-724A-1622-69C696287C93}"/>
              </a:ext>
            </a:extLst>
          </p:cNvPr>
          <p:cNvSpPr txBox="1"/>
          <p:nvPr/>
        </p:nvSpPr>
        <p:spPr>
          <a:xfrm>
            <a:off x="16887" y="8757755"/>
            <a:ext cx="4436700" cy="189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ハード面では以前は８つの配線で繋いでいましたが基板にボールセンサを埋め込むことにより、軽量化をしました。配線スペースを確保するためにGND、3.3Vを共通化し３ピン×２を４ピン×１に変更することによりより配線を太くすることができ、壊れにくいい基板制作を行いました。またCNCを用いることにより、０度、４５度、９０度、１３５度、１８０度、２２５度、２７０度、３１５度、３６０度を個々が独立していた時より、正確に基板を製作しました。</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ソフト面では、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①</a:t>
            </a:r>
            <a:r>
              <a:rPr lang="ja-JP" sz="900" b="0" i="0" u="none" strike="noStrike" cap="none">
                <a:solidFill>
                  <a:srgbClr val="000000"/>
                </a:solidFill>
                <a:latin typeface="Meiryo"/>
                <a:ea typeface="Meiryo"/>
                <a:cs typeface="Meiryo"/>
                <a:sym typeface="Meiryo"/>
              </a:rPr>
              <a:t>ボールセンサで読み取ったアナログの値をもとに</a:t>
            </a:r>
            <a:r>
              <a:rPr lang="ja-JP" sz="900">
                <a:latin typeface="Meiryo"/>
                <a:ea typeface="Meiryo"/>
                <a:cs typeface="Meiryo"/>
                <a:sym typeface="Meiryo"/>
              </a:rPr>
              <a:t>、</a:t>
            </a:r>
            <a:r>
              <a:rPr lang="ja-JP" sz="900" b="0" i="0" u="none" strike="noStrike" cap="none">
                <a:solidFill>
                  <a:srgbClr val="000000"/>
                </a:solidFill>
                <a:latin typeface="Meiryo"/>
                <a:ea typeface="Meiryo"/>
                <a:cs typeface="Meiryo"/>
                <a:sym typeface="Meiryo"/>
              </a:rPr>
              <a:t>反応の強いボー</a:t>
            </a: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ルセンサを二つを選</a:t>
            </a:r>
            <a:r>
              <a:rPr lang="ja-JP" sz="900">
                <a:latin typeface="Meiryo"/>
                <a:ea typeface="Meiryo"/>
                <a:cs typeface="Meiryo"/>
                <a:sym typeface="Meiryo"/>
              </a:rPr>
              <a:t>ぶ</a:t>
            </a:r>
            <a:r>
              <a:rPr lang="ja-JP" sz="900" b="0" i="0" u="none" strike="noStrike" cap="none">
                <a:solidFill>
                  <a:srgbClr val="000000"/>
                </a:solidFill>
                <a:latin typeface="Meiryo"/>
                <a:ea typeface="Meiryo"/>
                <a:cs typeface="Meiryo"/>
                <a:sym typeface="Meiryo"/>
              </a:rPr>
              <a:t>(図①参照)</a:t>
            </a:r>
            <a:r>
              <a:rPr lang="ja-JP" sz="900">
                <a:latin typeface="Meiryo"/>
                <a:ea typeface="Meiryo"/>
                <a:cs typeface="Meiryo"/>
                <a:sym typeface="Meiryo"/>
              </a:rPr>
              <a:t>　　　　　　　　　　　　　　　</a:t>
            </a:r>
            <a:endParaRPr sz="900">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②</a:t>
            </a:r>
            <a:r>
              <a:rPr lang="ja-JP" sz="900" b="0" i="0" u="none" strike="noStrike" cap="none">
                <a:solidFill>
                  <a:srgbClr val="000000"/>
                </a:solidFill>
                <a:latin typeface="Meiryo"/>
                <a:ea typeface="Meiryo"/>
                <a:cs typeface="Meiryo"/>
                <a:sym typeface="Meiryo"/>
              </a:rPr>
              <a:t>その二つの値をそれぞれx軸、y軸にわけ</a:t>
            </a:r>
            <a:r>
              <a:rPr lang="ja-JP" sz="900">
                <a:latin typeface="Meiryo"/>
                <a:ea typeface="Meiryo"/>
                <a:cs typeface="Meiryo"/>
                <a:sym typeface="Meiryo"/>
              </a:rPr>
              <a:t>ます</a:t>
            </a:r>
            <a:r>
              <a:rPr lang="ja-JP" sz="900" b="0" i="0" u="none" strike="noStrike" cap="none">
                <a:solidFill>
                  <a:srgbClr val="000000"/>
                </a:solidFill>
                <a:latin typeface="Meiryo"/>
                <a:ea typeface="Meiryo"/>
                <a:cs typeface="Meiryo"/>
                <a:sym typeface="Meiryo"/>
              </a:rPr>
              <a:t>(図②参照)</a:t>
            </a:r>
            <a:r>
              <a:rPr lang="ja-JP" sz="900">
                <a:latin typeface="Meiryo"/>
                <a:ea typeface="Meiryo"/>
                <a:cs typeface="Meiryo"/>
                <a:sym typeface="Meiryo"/>
              </a:rPr>
              <a:t>　　　　　　　　　　　③</a:t>
            </a:r>
            <a:r>
              <a:rPr lang="ja-JP" sz="900" b="0" i="0" u="none" strike="noStrike" cap="none">
                <a:solidFill>
                  <a:srgbClr val="000000"/>
                </a:solidFill>
                <a:latin typeface="Meiryo"/>
                <a:ea typeface="Meiryo"/>
                <a:cs typeface="Meiryo"/>
                <a:sym typeface="Meiryo"/>
              </a:rPr>
              <a:t>それらを足し合わせます。そして、角度と距離</a:t>
            </a:r>
            <a:r>
              <a:rPr lang="ja-JP" sz="900">
                <a:latin typeface="Meiryo"/>
                <a:ea typeface="Meiryo"/>
                <a:cs typeface="Meiryo"/>
                <a:sym typeface="Meiryo"/>
              </a:rPr>
              <a:t>のような　　　　　　　　　　　ものを</a:t>
            </a:r>
            <a:r>
              <a:rPr lang="ja-JP" sz="900" b="0" i="0" u="none" strike="noStrike" cap="none">
                <a:solidFill>
                  <a:srgbClr val="000000"/>
                </a:solidFill>
                <a:latin typeface="Meiryo"/>
                <a:ea typeface="Meiryo"/>
                <a:cs typeface="Meiryo"/>
                <a:sym typeface="Meiryo"/>
              </a:rPr>
              <a:t>seeduino XIAOで計算します(図③参照)。その値を</a:t>
            </a: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マイクロコアに送っています。</a:t>
            </a:r>
            <a:endParaRPr/>
          </a:p>
        </p:txBody>
      </p:sp>
      <p:sp>
        <p:nvSpPr>
          <p:cNvPr id="171" name="Google Shape;171;p13">
            <a:extLst>
              <a:ext uri="{FF2B5EF4-FFF2-40B4-BE49-F238E27FC236}">
                <a16:creationId xmlns:a16="http://schemas.microsoft.com/office/drawing/2014/main" id="{C8890B0F-1F30-788E-73BA-1F9ABA003F5C}"/>
              </a:ext>
            </a:extLst>
          </p:cNvPr>
          <p:cNvSpPr txBox="1"/>
          <p:nvPr/>
        </p:nvSpPr>
        <p:spPr>
          <a:xfrm>
            <a:off x="3084522" y="10254915"/>
            <a:ext cx="462300" cy="13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
              <a:buFont typeface="Arial"/>
              <a:buNone/>
            </a:pPr>
            <a:r>
              <a:rPr lang="ja-JP" sz="300" b="1" i="0" u="none" strike="noStrike" cap="none">
                <a:solidFill>
                  <a:srgbClr val="000000"/>
                </a:solidFill>
                <a:latin typeface="Meiryo"/>
                <a:ea typeface="Meiryo"/>
                <a:cs typeface="Meiryo"/>
                <a:sym typeface="Meiryo"/>
              </a:rPr>
              <a:t>２ｘ</a:t>
            </a:r>
            <a:endParaRPr sz="300" b="0" i="0" u="none" strike="noStrike" cap="none">
              <a:solidFill>
                <a:srgbClr val="000000"/>
              </a:solidFill>
              <a:latin typeface="Meiryo"/>
              <a:ea typeface="Meiryo"/>
              <a:cs typeface="Meiryo"/>
              <a:sym typeface="Meiryo"/>
            </a:endParaRPr>
          </a:p>
        </p:txBody>
      </p:sp>
      <p:cxnSp>
        <p:nvCxnSpPr>
          <p:cNvPr id="172" name="Google Shape;172;p13">
            <a:extLst>
              <a:ext uri="{FF2B5EF4-FFF2-40B4-BE49-F238E27FC236}">
                <a16:creationId xmlns:a16="http://schemas.microsoft.com/office/drawing/2014/main" id="{080B4545-71BC-6DDD-4033-B5D24D7B98AE}"/>
              </a:ext>
            </a:extLst>
          </p:cNvPr>
          <p:cNvCxnSpPr/>
          <p:nvPr/>
        </p:nvCxnSpPr>
        <p:spPr>
          <a:xfrm>
            <a:off x="124259" y="8805742"/>
            <a:ext cx="4287501" cy="0"/>
          </a:xfrm>
          <a:prstGeom prst="straightConnector1">
            <a:avLst/>
          </a:prstGeom>
          <a:noFill/>
          <a:ln w="19050" cap="flat" cmpd="sng">
            <a:solidFill>
              <a:srgbClr val="262626"/>
            </a:solidFill>
            <a:prstDash val="dot"/>
            <a:round/>
            <a:headEnd type="none" w="sm" len="sm"/>
            <a:tailEnd type="none" w="sm" len="sm"/>
          </a:ln>
        </p:spPr>
      </p:cxnSp>
      <p:cxnSp>
        <p:nvCxnSpPr>
          <p:cNvPr id="173" name="Google Shape;173;p13">
            <a:extLst>
              <a:ext uri="{FF2B5EF4-FFF2-40B4-BE49-F238E27FC236}">
                <a16:creationId xmlns:a16="http://schemas.microsoft.com/office/drawing/2014/main" id="{23193537-DF13-B5A8-2AAF-D5D7F3FA28F4}"/>
              </a:ext>
            </a:extLst>
          </p:cNvPr>
          <p:cNvCxnSpPr/>
          <p:nvPr/>
        </p:nvCxnSpPr>
        <p:spPr>
          <a:xfrm>
            <a:off x="92916" y="7020634"/>
            <a:ext cx="4311683" cy="0"/>
          </a:xfrm>
          <a:prstGeom prst="straightConnector1">
            <a:avLst/>
          </a:prstGeom>
          <a:noFill/>
          <a:ln w="19050" cap="flat" cmpd="sng">
            <a:solidFill>
              <a:srgbClr val="262626"/>
            </a:solidFill>
            <a:prstDash val="dot"/>
            <a:round/>
            <a:headEnd type="none" w="sm" len="sm"/>
            <a:tailEnd type="none" w="sm" len="sm"/>
          </a:ln>
        </p:spPr>
      </p:cxnSp>
      <p:cxnSp>
        <p:nvCxnSpPr>
          <p:cNvPr id="174" name="Google Shape;174;p13">
            <a:extLst>
              <a:ext uri="{FF2B5EF4-FFF2-40B4-BE49-F238E27FC236}">
                <a16:creationId xmlns:a16="http://schemas.microsoft.com/office/drawing/2014/main" id="{5DE04C72-19DB-C1B4-FE20-A36C63CA3585}"/>
              </a:ext>
            </a:extLst>
          </p:cNvPr>
          <p:cNvCxnSpPr/>
          <p:nvPr/>
        </p:nvCxnSpPr>
        <p:spPr>
          <a:xfrm>
            <a:off x="9563788" y="8697564"/>
            <a:ext cx="5370173" cy="0"/>
          </a:xfrm>
          <a:prstGeom prst="straightConnector1">
            <a:avLst/>
          </a:prstGeom>
          <a:noFill/>
          <a:ln w="19050" cap="flat" cmpd="sng">
            <a:solidFill>
              <a:srgbClr val="262626"/>
            </a:solidFill>
            <a:prstDash val="dot"/>
            <a:round/>
            <a:headEnd type="none" w="sm" len="sm"/>
            <a:tailEnd type="none" w="sm" len="sm"/>
          </a:ln>
        </p:spPr>
      </p:cxnSp>
      <p:pic>
        <p:nvPicPr>
          <p:cNvPr id="175" name="Google Shape;175;p13">
            <a:extLst>
              <a:ext uri="{FF2B5EF4-FFF2-40B4-BE49-F238E27FC236}">
                <a16:creationId xmlns:a16="http://schemas.microsoft.com/office/drawing/2014/main" id="{5605DC96-82BC-0C41-8B01-0E5D96622265}"/>
              </a:ext>
            </a:extLst>
          </p:cNvPr>
          <p:cNvPicPr preferRelativeResize="0"/>
          <p:nvPr/>
        </p:nvPicPr>
        <p:blipFill rotWithShape="1">
          <a:blip r:embed="rId12">
            <a:alphaModFix/>
          </a:blip>
          <a:srcRect/>
          <a:stretch/>
        </p:blipFill>
        <p:spPr>
          <a:xfrm>
            <a:off x="11489669" y="199493"/>
            <a:ext cx="749700" cy="547309"/>
          </a:xfrm>
          <a:prstGeom prst="rect">
            <a:avLst/>
          </a:prstGeom>
          <a:noFill/>
          <a:ln>
            <a:noFill/>
          </a:ln>
        </p:spPr>
      </p:pic>
      <p:sp>
        <p:nvSpPr>
          <p:cNvPr id="176" name="Google Shape;176;p13">
            <a:extLst>
              <a:ext uri="{FF2B5EF4-FFF2-40B4-BE49-F238E27FC236}">
                <a16:creationId xmlns:a16="http://schemas.microsoft.com/office/drawing/2014/main" id="{4202E108-7BE5-6F62-BCBA-EC9F0AF8D5F2}"/>
              </a:ext>
            </a:extLst>
          </p:cNvPr>
          <p:cNvSpPr txBox="1"/>
          <p:nvPr/>
        </p:nvSpPr>
        <p:spPr>
          <a:xfrm>
            <a:off x="9481250" y="8639455"/>
            <a:ext cx="3339829" cy="143113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私たちのチームでは、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板や３Ｄプリンターの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データをAutdek-fusion</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というソフトを使って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設計しています。その設計したデ</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ータを板用のCNCで、切削しまし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た。また、３Dプリンターは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Adventure2を使って部品を作っ</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ています。</a:t>
            </a:r>
            <a:endParaRPr sz="900" b="0" i="0" u="none" strike="noStrike" cap="none">
              <a:solidFill>
                <a:srgbClr val="000000"/>
              </a:solidFill>
              <a:latin typeface="Meiryo"/>
              <a:ea typeface="Meiryo"/>
              <a:cs typeface="Meiryo"/>
              <a:sym typeface="Meiryo"/>
            </a:endParaRPr>
          </a:p>
        </p:txBody>
      </p:sp>
      <p:cxnSp>
        <p:nvCxnSpPr>
          <p:cNvPr id="177" name="Google Shape;177;p13">
            <a:extLst>
              <a:ext uri="{FF2B5EF4-FFF2-40B4-BE49-F238E27FC236}">
                <a16:creationId xmlns:a16="http://schemas.microsoft.com/office/drawing/2014/main" id="{80602153-5E9F-9A8D-8228-2D7E217E8322}"/>
              </a:ext>
            </a:extLst>
          </p:cNvPr>
          <p:cNvCxnSpPr/>
          <p:nvPr/>
        </p:nvCxnSpPr>
        <p:spPr>
          <a:xfrm>
            <a:off x="11355695" y="8691595"/>
            <a:ext cx="1240" cy="1861368"/>
          </a:xfrm>
          <a:prstGeom prst="straightConnector1">
            <a:avLst/>
          </a:prstGeom>
          <a:noFill/>
          <a:ln w="19050" cap="flat" cmpd="sng">
            <a:solidFill>
              <a:srgbClr val="262626"/>
            </a:solidFill>
            <a:prstDash val="dot"/>
            <a:round/>
            <a:headEnd type="none" w="sm" len="sm"/>
            <a:tailEnd type="none" w="sm" len="sm"/>
          </a:ln>
        </p:spPr>
      </p:cxnSp>
      <p:cxnSp>
        <p:nvCxnSpPr>
          <p:cNvPr id="178" name="Google Shape;178;p13">
            <a:extLst>
              <a:ext uri="{FF2B5EF4-FFF2-40B4-BE49-F238E27FC236}">
                <a16:creationId xmlns:a16="http://schemas.microsoft.com/office/drawing/2014/main" id="{6EFF0B3D-7124-0B62-9067-EB3B3743BBDC}"/>
              </a:ext>
            </a:extLst>
          </p:cNvPr>
          <p:cNvCxnSpPr/>
          <p:nvPr/>
        </p:nvCxnSpPr>
        <p:spPr>
          <a:xfrm flipH="1">
            <a:off x="13047879" y="8696283"/>
            <a:ext cx="13649" cy="1905468"/>
          </a:xfrm>
          <a:prstGeom prst="straightConnector1">
            <a:avLst/>
          </a:prstGeom>
          <a:noFill/>
          <a:ln w="19050" cap="flat" cmpd="sng">
            <a:solidFill>
              <a:srgbClr val="262626"/>
            </a:solidFill>
            <a:prstDash val="dot"/>
            <a:round/>
            <a:headEnd type="none" w="sm" len="sm"/>
            <a:tailEnd type="none" w="sm" len="sm"/>
          </a:ln>
        </p:spPr>
      </p:cxnSp>
      <p:sp>
        <p:nvSpPr>
          <p:cNvPr id="179" name="Google Shape;179;p13">
            <a:extLst>
              <a:ext uri="{FF2B5EF4-FFF2-40B4-BE49-F238E27FC236}">
                <a16:creationId xmlns:a16="http://schemas.microsoft.com/office/drawing/2014/main" id="{6BC05E54-08EE-1041-F80E-D7A362ABA59A}"/>
              </a:ext>
            </a:extLst>
          </p:cNvPr>
          <p:cNvSpPr txBox="1"/>
          <p:nvPr/>
        </p:nvSpPr>
        <p:spPr>
          <a:xfrm>
            <a:off x="11291685" y="8685403"/>
            <a:ext cx="2867956" cy="11541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回路の製作では、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Kicadというソフトを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使って、手ではんだを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するよりも正確な基盤を作るこ</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とができます。ソフトで製作し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た回路を基板用のCNCで加工す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ることによって基板ができます。</a:t>
            </a:r>
            <a:endParaRPr sz="900" b="0" i="0" u="none" strike="noStrike" cap="none">
              <a:solidFill>
                <a:srgbClr val="000000"/>
              </a:solidFill>
              <a:latin typeface="Meiryo"/>
              <a:ea typeface="Meiryo"/>
              <a:cs typeface="Meiryo"/>
              <a:sym typeface="Meiryo"/>
            </a:endParaRPr>
          </a:p>
        </p:txBody>
      </p:sp>
      <p:sp>
        <p:nvSpPr>
          <p:cNvPr id="180" name="Google Shape;180;p13">
            <a:extLst>
              <a:ext uri="{FF2B5EF4-FFF2-40B4-BE49-F238E27FC236}">
                <a16:creationId xmlns:a16="http://schemas.microsoft.com/office/drawing/2014/main" id="{17A5EE50-D3F6-9E9E-EED5-42688608B332}"/>
              </a:ext>
            </a:extLst>
          </p:cNvPr>
          <p:cNvSpPr txBox="1"/>
          <p:nvPr/>
        </p:nvSpPr>
        <p:spPr>
          <a:xfrm>
            <a:off x="12999680" y="8626935"/>
            <a:ext cx="2277391" cy="143113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メインマイコンの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μCOREには、 μCORE</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専用のプログラミング</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ソフトのcstyleを使用</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して、プログラムを組んでいます。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また、ジャイロやボールセンサの処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理はseeeduinoXIAOで行っていて、</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それらのプログラムは</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visualstudioで組んでいます。</a:t>
            </a:r>
            <a:endParaRPr sz="600" b="0" i="0" u="none" strike="noStrike" cap="none">
              <a:solidFill>
                <a:srgbClr val="000000"/>
              </a:solidFill>
              <a:latin typeface="Meiryo"/>
              <a:ea typeface="Meiryo"/>
              <a:cs typeface="Meiryo"/>
              <a:sym typeface="Meiryo"/>
            </a:endParaRPr>
          </a:p>
        </p:txBody>
      </p:sp>
      <p:sp>
        <p:nvSpPr>
          <p:cNvPr id="181" name="Google Shape;181;p13">
            <a:extLst>
              <a:ext uri="{FF2B5EF4-FFF2-40B4-BE49-F238E27FC236}">
                <a16:creationId xmlns:a16="http://schemas.microsoft.com/office/drawing/2014/main" id="{03A22F65-CD2A-CDCA-15CE-2AE49109883E}"/>
              </a:ext>
            </a:extLst>
          </p:cNvPr>
          <p:cNvSpPr/>
          <p:nvPr/>
        </p:nvSpPr>
        <p:spPr>
          <a:xfrm>
            <a:off x="13157419" y="10034275"/>
            <a:ext cx="1923900" cy="6078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dk1"/>
                </a:solidFill>
                <a:latin typeface="Arial"/>
                <a:ea typeface="Arial"/>
                <a:cs typeface="Arial"/>
                <a:sym typeface="Arial"/>
              </a:rPr>
              <a:t>WSL-044</a:t>
            </a:r>
            <a:endParaRPr sz="1400" b="1" i="0" u="none" strike="noStrike" cap="none">
              <a:solidFill>
                <a:schemeClr val="dk1"/>
              </a:solidFill>
              <a:latin typeface="Arial"/>
              <a:ea typeface="Arial"/>
              <a:cs typeface="Arial"/>
              <a:sym typeface="Arial"/>
            </a:endParaRPr>
          </a:p>
        </p:txBody>
      </p:sp>
      <p:pic>
        <p:nvPicPr>
          <p:cNvPr id="182" name="Google Shape;182;p13">
            <a:extLst>
              <a:ext uri="{FF2B5EF4-FFF2-40B4-BE49-F238E27FC236}">
                <a16:creationId xmlns:a16="http://schemas.microsoft.com/office/drawing/2014/main" id="{AD4A6A2F-700E-C8D5-993C-ECAB3081F625}"/>
              </a:ext>
            </a:extLst>
          </p:cNvPr>
          <p:cNvPicPr preferRelativeResize="0"/>
          <p:nvPr/>
        </p:nvPicPr>
        <p:blipFill rotWithShape="1">
          <a:blip r:embed="rId13">
            <a:alphaModFix/>
          </a:blip>
          <a:srcRect/>
          <a:stretch/>
        </p:blipFill>
        <p:spPr>
          <a:xfrm>
            <a:off x="12484216" y="8660304"/>
            <a:ext cx="573093" cy="542402"/>
          </a:xfrm>
          <a:prstGeom prst="rect">
            <a:avLst/>
          </a:prstGeom>
          <a:noFill/>
          <a:ln>
            <a:noFill/>
          </a:ln>
        </p:spPr>
      </p:pic>
      <p:pic>
        <p:nvPicPr>
          <p:cNvPr id="183" name="Google Shape;183;p13">
            <a:extLst>
              <a:ext uri="{FF2B5EF4-FFF2-40B4-BE49-F238E27FC236}">
                <a16:creationId xmlns:a16="http://schemas.microsoft.com/office/drawing/2014/main" id="{7FC3EFCF-9AC2-BD2B-AF39-7102A3E17411}"/>
              </a:ext>
            </a:extLst>
          </p:cNvPr>
          <p:cNvPicPr preferRelativeResize="0"/>
          <p:nvPr/>
        </p:nvPicPr>
        <p:blipFill rotWithShape="1">
          <a:blip r:embed="rId14">
            <a:alphaModFix/>
          </a:blip>
          <a:srcRect/>
          <a:stretch/>
        </p:blipFill>
        <p:spPr>
          <a:xfrm rot="1374753">
            <a:off x="6638161" y="857942"/>
            <a:ext cx="763031" cy="763031"/>
          </a:xfrm>
          <a:prstGeom prst="rect">
            <a:avLst/>
          </a:prstGeom>
          <a:noFill/>
          <a:ln>
            <a:noFill/>
          </a:ln>
        </p:spPr>
      </p:pic>
      <p:sp>
        <p:nvSpPr>
          <p:cNvPr id="184" name="Google Shape;184;p13">
            <a:extLst>
              <a:ext uri="{FF2B5EF4-FFF2-40B4-BE49-F238E27FC236}">
                <a16:creationId xmlns:a16="http://schemas.microsoft.com/office/drawing/2014/main" id="{261607DC-2F06-6AC3-244C-324149EBD441}"/>
              </a:ext>
            </a:extLst>
          </p:cNvPr>
          <p:cNvSpPr/>
          <p:nvPr/>
        </p:nvSpPr>
        <p:spPr>
          <a:xfrm>
            <a:off x="4959669" y="2893842"/>
            <a:ext cx="378600" cy="378623"/>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5" name="Google Shape;185;p13">
            <a:extLst>
              <a:ext uri="{FF2B5EF4-FFF2-40B4-BE49-F238E27FC236}">
                <a16:creationId xmlns:a16="http://schemas.microsoft.com/office/drawing/2014/main" id="{297211FC-AFA1-AE40-1B9C-3EE60E3AD77A}"/>
              </a:ext>
            </a:extLst>
          </p:cNvPr>
          <p:cNvSpPr/>
          <p:nvPr/>
        </p:nvSpPr>
        <p:spPr>
          <a:xfrm>
            <a:off x="6650040" y="3717729"/>
            <a:ext cx="686321" cy="292916"/>
          </a:xfrm>
          <a:prstGeom prst="rect">
            <a:avLst/>
          </a:prstGeom>
          <a:solidFill>
            <a:srgbClr val="8DA9DB"/>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eiryo"/>
              <a:ea typeface="Meiryo"/>
              <a:cs typeface="Meiryo"/>
              <a:sym typeface="Meiryo"/>
            </a:endParaRPr>
          </a:p>
        </p:txBody>
      </p:sp>
      <p:sp>
        <p:nvSpPr>
          <p:cNvPr id="186" name="Google Shape;186;p13">
            <a:extLst>
              <a:ext uri="{FF2B5EF4-FFF2-40B4-BE49-F238E27FC236}">
                <a16:creationId xmlns:a16="http://schemas.microsoft.com/office/drawing/2014/main" id="{85461080-2897-1F53-35CA-444178D4D6FB}"/>
              </a:ext>
            </a:extLst>
          </p:cNvPr>
          <p:cNvSpPr/>
          <p:nvPr/>
        </p:nvSpPr>
        <p:spPr>
          <a:xfrm>
            <a:off x="7598931" y="2565082"/>
            <a:ext cx="362152" cy="418174"/>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7" name="Google Shape;187;p13">
            <a:extLst>
              <a:ext uri="{FF2B5EF4-FFF2-40B4-BE49-F238E27FC236}">
                <a16:creationId xmlns:a16="http://schemas.microsoft.com/office/drawing/2014/main" id="{CC066E1F-C1CB-37B0-F5A7-97A6F8A8E0C8}"/>
              </a:ext>
            </a:extLst>
          </p:cNvPr>
          <p:cNvSpPr/>
          <p:nvPr/>
        </p:nvSpPr>
        <p:spPr>
          <a:xfrm>
            <a:off x="5019565" y="1984815"/>
            <a:ext cx="378600" cy="493602"/>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88" name="Google Shape;188;p13">
            <a:extLst>
              <a:ext uri="{FF2B5EF4-FFF2-40B4-BE49-F238E27FC236}">
                <a16:creationId xmlns:a16="http://schemas.microsoft.com/office/drawing/2014/main" id="{3DBFBEF9-F6D8-95B7-7B63-609E71E2C10E}"/>
              </a:ext>
            </a:extLst>
          </p:cNvPr>
          <p:cNvSpPr/>
          <p:nvPr/>
        </p:nvSpPr>
        <p:spPr>
          <a:xfrm rot="-5400000">
            <a:off x="4302077" y="1591519"/>
            <a:ext cx="278400" cy="3945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89" name="Google Shape;189;p13">
            <a:extLst>
              <a:ext uri="{FF2B5EF4-FFF2-40B4-BE49-F238E27FC236}">
                <a16:creationId xmlns:a16="http://schemas.microsoft.com/office/drawing/2014/main" id="{C763EEE3-D271-CD9F-6614-C1B3FD006A49}"/>
              </a:ext>
            </a:extLst>
          </p:cNvPr>
          <p:cNvPicPr preferRelativeResize="0"/>
          <p:nvPr/>
        </p:nvPicPr>
        <p:blipFill rotWithShape="1">
          <a:blip r:embed="rId15">
            <a:alphaModFix/>
          </a:blip>
          <a:srcRect/>
          <a:stretch/>
        </p:blipFill>
        <p:spPr>
          <a:xfrm rot="-420976">
            <a:off x="3983402" y="1501538"/>
            <a:ext cx="460397" cy="458170"/>
          </a:xfrm>
          <a:prstGeom prst="rect">
            <a:avLst/>
          </a:prstGeom>
          <a:noFill/>
          <a:ln>
            <a:noFill/>
          </a:ln>
        </p:spPr>
      </p:pic>
      <p:sp>
        <p:nvSpPr>
          <p:cNvPr id="190" name="Google Shape;190;p13">
            <a:extLst>
              <a:ext uri="{FF2B5EF4-FFF2-40B4-BE49-F238E27FC236}">
                <a16:creationId xmlns:a16="http://schemas.microsoft.com/office/drawing/2014/main" id="{B3A089B8-7418-5CC2-80D1-472ADAC78714}"/>
              </a:ext>
            </a:extLst>
          </p:cNvPr>
          <p:cNvSpPr/>
          <p:nvPr/>
        </p:nvSpPr>
        <p:spPr>
          <a:xfrm rot="-5400000">
            <a:off x="4387533" y="1998117"/>
            <a:ext cx="278400" cy="682200"/>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91" name="Google Shape;191;p13">
            <a:extLst>
              <a:ext uri="{FF2B5EF4-FFF2-40B4-BE49-F238E27FC236}">
                <a16:creationId xmlns:a16="http://schemas.microsoft.com/office/drawing/2014/main" id="{4BEB2B4E-B133-E14E-1C65-4D2158763663}"/>
              </a:ext>
            </a:extLst>
          </p:cNvPr>
          <p:cNvPicPr preferRelativeResize="0"/>
          <p:nvPr/>
        </p:nvPicPr>
        <p:blipFill rotWithShape="1">
          <a:blip r:embed="rId16">
            <a:alphaModFix/>
          </a:blip>
          <a:srcRect/>
          <a:stretch/>
        </p:blipFill>
        <p:spPr>
          <a:xfrm flipH="1">
            <a:off x="3855905" y="1974691"/>
            <a:ext cx="777574" cy="582372"/>
          </a:xfrm>
          <a:prstGeom prst="rect">
            <a:avLst/>
          </a:prstGeom>
          <a:noFill/>
          <a:ln>
            <a:noFill/>
          </a:ln>
        </p:spPr>
      </p:pic>
      <p:sp>
        <p:nvSpPr>
          <p:cNvPr id="192" name="Google Shape;192;p13">
            <a:extLst>
              <a:ext uri="{FF2B5EF4-FFF2-40B4-BE49-F238E27FC236}">
                <a16:creationId xmlns:a16="http://schemas.microsoft.com/office/drawing/2014/main" id="{01E5B468-6F67-B6E2-CAB4-BBF1C810B753}"/>
              </a:ext>
            </a:extLst>
          </p:cNvPr>
          <p:cNvSpPr/>
          <p:nvPr/>
        </p:nvSpPr>
        <p:spPr>
          <a:xfrm>
            <a:off x="6028766" y="1608896"/>
            <a:ext cx="378600" cy="226687"/>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93" name="Google Shape;193;p13">
            <a:extLst>
              <a:ext uri="{FF2B5EF4-FFF2-40B4-BE49-F238E27FC236}">
                <a16:creationId xmlns:a16="http://schemas.microsoft.com/office/drawing/2014/main" id="{A5666197-BF4B-9B8C-5511-2DDEF4CBA1AC}"/>
              </a:ext>
            </a:extLst>
          </p:cNvPr>
          <p:cNvSpPr txBox="1"/>
          <p:nvPr/>
        </p:nvSpPr>
        <p:spPr>
          <a:xfrm>
            <a:off x="12059300" y="317915"/>
            <a:ext cx="2387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dirty="0">
                <a:solidFill>
                  <a:srgbClr val="000000"/>
                </a:solidFill>
                <a:latin typeface="Meiryo"/>
                <a:ea typeface="Meiryo"/>
                <a:cs typeface="Meiryo"/>
                <a:sym typeface="Meiryo"/>
              </a:rPr>
              <a:t>@Munakou_Aegis</a:t>
            </a:r>
            <a:endParaRPr sz="1400" b="0" i="0" u="none" strike="noStrike" cap="none" dirty="0">
              <a:solidFill>
                <a:srgbClr val="000000"/>
              </a:solidFill>
              <a:latin typeface="Meiryo"/>
              <a:ea typeface="Meiryo"/>
              <a:cs typeface="Meiryo"/>
              <a:sym typeface="Meiryo"/>
            </a:endParaRPr>
          </a:p>
        </p:txBody>
      </p:sp>
      <p:pic>
        <p:nvPicPr>
          <p:cNvPr id="194" name="Google Shape;194;p13">
            <a:extLst>
              <a:ext uri="{FF2B5EF4-FFF2-40B4-BE49-F238E27FC236}">
                <a16:creationId xmlns:a16="http://schemas.microsoft.com/office/drawing/2014/main" id="{45492265-30BB-4E76-4257-4EEF55C2ED90}"/>
              </a:ext>
            </a:extLst>
          </p:cNvPr>
          <p:cNvPicPr preferRelativeResize="0"/>
          <p:nvPr/>
        </p:nvPicPr>
        <p:blipFill rotWithShape="1">
          <a:blip r:embed="rId17">
            <a:alphaModFix/>
          </a:blip>
          <a:srcRect/>
          <a:stretch/>
        </p:blipFill>
        <p:spPr>
          <a:xfrm>
            <a:off x="14160881" y="40800"/>
            <a:ext cx="703719" cy="694870"/>
          </a:xfrm>
          <a:prstGeom prst="rect">
            <a:avLst/>
          </a:prstGeom>
          <a:noFill/>
          <a:ln>
            <a:noFill/>
          </a:ln>
        </p:spPr>
      </p:pic>
      <p:pic>
        <p:nvPicPr>
          <p:cNvPr id="195" name="Google Shape;195;p13" descr="テーブル, カウンター, 座る, キッチン が含まれている画像&#10;&#10;自動的に生成された説明">
            <a:extLst>
              <a:ext uri="{FF2B5EF4-FFF2-40B4-BE49-F238E27FC236}">
                <a16:creationId xmlns:a16="http://schemas.microsoft.com/office/drawing/2014/main" id="{2E90EF15-A9BB-539A-2442-08CBC55B189D}"/>
              </a:ext>
            </a:extLst>
          </p:cNvPr>
          <p:cNvPicPr preferRelativeResize="0"/>
          <p:nvPr/>
        </p:nvPicPr>
        <p:blipFill rotWithShape="1">
          <a:blip r:embed="rId18">
            <a:alphaModFix/>
          </a:blip>
          <a:srcRect/>
          <a:stretch/>
        </p:blipFill>
        <p:spPr>
          <a:xfrm>
            <a:off x="12083263" y="9967330"/>
            <a:ext cx="912309" cy="684232"/>
          </a:xfrm>
          <a:prstGeom prst="rect">
            <a:avLst/>
          </a:prstGeom>
          <a:noFill/>
          <a:ln>
            <a:noFill/>
          </a:ln>
        </p:spPr>
      </p:pic>
      <p:pic>
        <p:nvPicPr>
          <p:cNvPr id="196" name="Google Shape;196;p13" descr="屋内, 戸棚, キッチン, オーブン が含まれている画像&#10;&#10;自動的に生成された説明">
            <a:extLst>
              <a:ext uri="{FF2B5EF4-FFF2-40B4-BE49-F238E27FC236}">
                <a16:creationId xmlns:a16="http://schemas.microsoft.com/office/drawing/2014/main" id="{72B918BB-A7F5-32C7-AB70-4C8BF5F9FCA0}"/>
              </a:ext>
            </a:extLst>
          </p:cNvPr>
          <p:cNvPicPr preferRelativeResize="0"/>
          <p:nvPr/>
        </p:nvPicPr>
        <p:blipFill rotWithShape="1">
          <a:blip r:embed="rId19">
            <a:alphaModFix/>
          </a:blip>
          <a:srcRect/>
          <a:stretch/>
        </p:blipFill>
        <p:spPr>
          <a:xfrm>
            <a:off x="10849468" y="9957361"/>
            <a:ext cx="912279" cy="684210"/>
          </a:xfrm>
          <a:prstGeom prst="rect">
            <a:avLst/>
          </a:prstGeom>
          <a:noFill/>
          <a:ln>
            <a:noFill/>
          </a:ln>
        </p:spPr>
      </p:pic>
      <p:pic>
        <p:nvPicPr>
          <p:cNvPr id="197" name="Google Shape;197;p13" descr="冷蔵庫に貼られたポスター&#10;&#10;低い精度で自動的に生成された説明">
            <a:extLst>
              <a:ext uri="{FF2B5EF4-FFF2-40B4-BE49-F238E27FC236}">
                <a16:creationId xmlns:a16="http://schemas.microsoft.com/office/drawing/2014/main" id="{414B723D-6CE2-9F00-FB13-F8E6D5ABA210}"/>
              </a:ext>
            </a:extLst>
          </p:cNvPr>
          <p:cNvPicPr preferRelativeResize="0"/>
          <p:nvPr/>
        </p:nvPicPr>
        <p:blipFill rotWithShape="1">
          <a:blip r:embed="rId20">
            <a:alphaModFix/>
          </a:blip>
          <a:srcRect/>
          <a:stretch/>
        </p:blipFill>
        <p:spPr>
          <a:xfrm>
            <a:off x="9663010" y="9967353"/>
            <a:ext cx="912278" cy="684209"/>
          </a:xfrm>
          <a:prstGeom prst="rect">
            <a:avLst/>
          </a:prstGeom>
          <a:noFill/>
          <a:ln>
            <a:noFill/>
          </a:ln>
        </p:spPr>
      </p:pic>
      <p:sp>
        <p:nvSpPr>
          <p:cNvPr id="198" name="Google Shape;198;p13">
            <a:extLst>
              <a:ext uri="{FF2B5EF4-FFF2-40B4-BE49-F238E27FC236}">
                <a16:creationId xmlns:a16="http://schemas.microsoft.com/office/drawing/2014/main" id="{AFD303AA-586A-889D-0982-B86CE29C23F2}"/>
              </a:ext>
            </a:extLst>
          </p:cNvPr>
          <p:cNvSpPr txBox="1"/>
          <p:nvPr/>
        </p:nvSpPr>
        <p:spPr>
          <a:xfrm>
            <a:off x="5656542" y="2174712"/>
            <a:ext cx="9233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199" name="Google Shape;199;p13">
            <a:extLst>
              <a:ext uri="{FF2B5EF4-FFF2-40B4-BE49-F238E27FC236}">
                <a16:creationId xmlns:a16="http://schemas.microsoft.com/office/drawing/2014/main" id="{BD636953-2036-CDE7-76CF-5ED8EDC44197}"/>
              </a:ext>
            </a:extLst>
          </p:cNvPr>
          <p:cNvSpPr txBox="1"/>
          <p:nvPr/>
        </p:nvSpPr>
        <p:spPr>
          <a:xfrm rot="-2838402">
            <a:off x="4147580" y="2876901"/>
            <a:ext cx="9233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200" name="Google Shape;200;p13">
            <a:extLst>
              <a:ext uri="{FF2B5EF4-FFF2-40B4-BE49-F238E27FC236}">
                <a16:creationId xmlns:a16="http://schemas.microsoft.com/office/drawing/2014/main" id="{2228016A-950A-C68D-7869-3BF538223DA4}"/>
              </a:ext>
            </a:extLst>
          </p:cNvPr>
          <p:cNvSpPr txBox="1"/>
          <p:nvPr/>
        </p:nvSpPr>
        <p:spPr>
          <a:xfrm>
            <a:off x="5017204" y="2874796"/>
            <a:ext cx="2476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ナ</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ロ</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グ</a:t>
            </a:r>
            <a:endParaRPr/>
          </a:p>
        </p:txBody>
      </p:sp>
      <p:sp>
        <p:nvSpPr>
          <p:cNvPr id="201" name="Google Shape;201;p13">
            <a:extLst>
              <a:ext uri="{FF2B5EF4-FFF2-40B4-BE49-F238E27FC236}">
                <a16:creationId xmlns:a16="http://schemas.microsoft.com/office/drawing/2014/main" id="{71C7397A-7FE4-00D1-D16F-C176790B8DD8}"/>
              </a:ext>
            </a:extLst>
          </p:cNvPr>
          <p:cNvSpPr/>
          <p:nvPr/>
        </p:nvSpPr>
        <p:spPr>
          <a:xfrm>
            <a:off x="6104607" y="2893843"/>
            <a:ext cx="270658" cy="425966"/>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Meiryo"/>
              <a:ea typeface="Meiryo"/>
              <a:cs typeface="Meiryo"/>
              <a:sym typeface="Meiryo"/>
            </a:endParaRPr>
          </a:p>
        </p:txBody>
      </p:sp>
      <p:sp>
        <p:nvSpPr>
          <p:cNvPr id="202" name="Google Shape;202;p13">
            <a:extLst>
              <a:ext uri="{FF2B5EF4-FFF2-40B4-BE49-F238E27FC236}">
                <a16:creationId xmlns:a16="http://schemas.microsoft.com/office/drawing/2014/main" id="{49C3839E-CE01-F2A3-4670-172EE6E728F3}"/>
              </a:ext>
            </a:extLst>
          </p:cNvPr>
          <p:cNvSpPr txBox="1"/>
          <p:nvPr/>
        </p:nvSpPr>
        <p:spPr>
          <a:xfrm>
            <a:off x="6250906" y="2289560"/>
            <a:ext cx="707855" cy="285297"/>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 name="Google Shape;203;p13">
            <a:extLst>
              <a:ext uri="{FF2B5EF4-FFF2-40B4-BE49-F238E27FC236}">
                <a16:creationId xmlns:a16="http://schemas.microsoft.com/office/drawing/2014/main" id="{EC2AEBE0-A290-79B2-F17E-C91F9B3A76CC}"/>
              </a:ext>
            </a:extLst>
          </p:cNvPr>
          <p:cNvSpPr txBox="1"/>
          <p:nvPr/>
        </p:nvSpPr>
        <p:spPr>
          <a:xfrm>
            <a:off x="7508416" y="2643629"/>
            <a:ext cx="532865"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１２V</a:t>
            </a:r>
            <a:endParaRPr sz="1000" b="0" i="0" u="none" strike="noStrike" cap="none">
              <a:solidFill>
                <a:srgbClr val="000000"/>
              </a:solidFill>
              <a:latin typeface="Meiryo"/>
              <a:ea typeface="Meiryo"/>
              <a:cs typeface="Meiryo"/>
              <a:sym typeface="Meiryo"/>
            </a:endParaRPr>
          </a:p>
        </p:txBody>
      </p:sp>
      <p:sp>
        <p:nvSpPr>
          <p:cNvPr id="204" name="Google Shape;204;p13">
            <a:extLst>
              <a:ext uri="{FF2B5EF4-FFF2-40B4-BE49-F238E27FC236}">
                <a16:creationId xmlns:a16="http://schemas.microsoft.com/office/drawing/2014/main" id="{53FCCF3A-2DC5-87C2-F57D-361AC5E8E8ED}"/>
              </a:ext>
            </a:extLst>
          </p:cNvPr>
          <p:cNvSpPr/>
          <p:nvPr/>
        </p:nvSpPr>
        <p:spPr>
          <a:xfrm>
            <a:off x="4662615" y="2461842"/>
            <a:ext cx="1773300" cy="432000"/>
          </a:xfrm>
          <a:prstGeom prst="roundRect">
            <a:avLst>
              <a:gd name="adj" fmla="val 18233"/>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205" name="Google Shape;205;p13">
            <a:extLst>
              <a:ext uri="{FF2B5EF4-FFF2-40B4-BE49-F238E27FC236}">
                <a16:creationId xmlns:a16="http://schemas.microsoft.com/office/drawing/2014/main" id="{FD57AD6F-4967-FFD9-6510-DC98606FCAEC}"/>
              </a:ext>
            </a:extLst>
          </p:cNvPr>
          <p:cNvSpPr txBox="1"/>
          <p:nvPr/>
        </p:nvSpPr>
        <p:spPr>
          <a:xfrm>
            <a:off x="4560638" y="2428669"/>
            <a:ext cx="2050679" cy="493584"/>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rgbClr val="000000"/>
                </a:solidFill>
                <a:latin typeface="Meiryo"/>
                <a:ea typeface="Meiryo"/>
                <a:cs typeface="Meiryo"/>
                <a:sym typeface="Meiryo"/>
              </a:rPr>
              <a:t>メインマイコン</a:t>
            </a:r>
            <a:endParaRPr sz="12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rgbClr val="000000"/>
                </a:solidFill>
                <a:latin typeface="Meiryo"/>
                <a:ea typeface="Meiryo"/>
                <a:cs typeface="Meiryo"/>
                <a:sym typeface="Meiryo"/>
              </a:rPr>
              <a:t>：μCORE /マイクロコア</a:t>
            </a:r>
            <a:endParaRPr sz="1200" b="1" i="0" u="none" strike="noStrike" cap="none">
              <a:solidFill>
                <a:srgbClr val="000000"/>
              </a:solidFill>
              <a:latin typeface="Meiryo"/>
              <a:ea typeface="Meiryo"/>
              <a:cs typeface="Meiryo"/>
              <a:sym typeface="Meiryo"/>
            </a:endParaRPr>
          </a:p>
        </p:txBody>
      </p:sp>
      <p:sp>
        <p:nvSpPr>
          <p:cNvPr id="206" name="Google Shape;206;p13">
            <a:extLst>
              <a:ext uri="{FF2B5EF4-FFF2-40B4-BE49-F238E27FC236}">
                <a16:creationId xmlns:a16="http://schemas.microsoft.com/office/drawing/2014/main" id="{722A8B26-4C60-2F3E-BE49-EECCCEE6E4B5}"/>
              </a:ext>
            </a:extLst>
          </p:cNvPr>
          <p:cNvSpPr/>
          <p:nvPr/>
        </p:nvSpPr>
        <p:spPr>
          <a:xfrm>
            <a:off x="5887488" y="3312741"/>
            <a:ext cx="1497000" cy="397500"/>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207" name="Google Shape;207;p13">
            <a:extLst>
              <a:ext uri="{FF2B5EF4-FFF2-40B4-BE49-F238E27FC236}">
                <a16:creationId xmlns:a16="http://schemas.microsoft.com/office/drawing/2014/main" id="{2A3384FA-B270-C9F5-C209-D08D3E0338CC}"/>
              </a:ext>
            </a:extLst>
          </p:cNvPr>
          <p:cNvSpPr txBox="1"/>
          <p:nvPr/>
        </p:nvSpPr>
        <p:spPr>
          <a:xfrm>
            <a:off x="5862074" y="3316988"/>
            <a:ext cx="1773300" cy="3861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800" b="1" i="0" u="none" strike="noStrike" cap="none">
                <a:solidFill>
                  <a:srgbClr val="000000"/>
                </a:solidFill>
                <a:latin typeface="Meiryo"/>
                <a:ea typeface="Meiryo"/>
                <a:cs typeface="Meiryo"/>
                <a:sym typeface="Meiryo"/>
              </a:rPr>
              <a:t>4CHモーターコントローラー</a:t>
            </a:r>
            <a:endParaRPr sz="8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：DSR1202 </a:t>
            </a:r>
            <a:endParaRPr sz="900" b="1" i="0" u="none" strike="noStrike" cap="none">
              <a:solidFill>
                <a:srgbClr val="000000"/>
              </a:solidFill>
              <a:latin typeface="Meiryo"/>
              <a:ea typeface="Meiryo"/>
              <a:cs typeface="Meiryo"/>
              <a:sym typeface="Meiryo"/>
            </a:endParaRPr>
          </a:p>
        </p:txBody>
      </p:sp>
      <p:pic>
        <p:nvPicPr>
          <p:cNvPr id="208" name="Google Shape;208;p13">
            <a:extLst>
              <a:ext uri="{FF2B5EF4-FFF2-40B4-BE49-F238E27FC236}">
                <a16:creationId xmlns:a16="http://schemas.microsoft.com/office/drawing/2014/main" id="{D5411E95-4A3B-54B7-2791-1700594ABE04}"/>
              </a:ext>
            </a:extLst>
          </p:cNvPr>
          <p:cNvPicPr preferRelativeResize="0"/>
          <p:nvPr/>
        </p:nvPicPr>
        <p:blipFill rotWithShape="1">
          <a:blip r:embed="rId21">
            <a:alphaModFix/>
          </a:blip>
          <a:srcRect/>
          <a:stretch/>
        </p:blipFill>
        <p:spPr>
          <a:xfrm rot="1338092">
            <a:off x="7083785" y="3336752"/>
            <a:ext cx="864948" cy="698492"/>
          </a:xfrm>
          <a:prstGeom prst="rect">
            <a:avLst/>
          </a:prstGeom>
          <a:noFill/>
          <a:ln>
            <a:noFill/>
          </a:ln>
        </p:spPr>
      </p:pic>
      <p:pic>
        <p:nvPicPr>
          <p:cNvPr id="209" name="Google Shape;209;p13">
            <a:extLst>
              <a:ext uri="{FF2B5EF4-FFF2-40B4-BE49-F238E27FC236}">
                <a16:creationId xmlns:a16="http://schemas.microsoft.com/office/drawing/2014/main" id="{2CB6D94D-7509-34BE-9A39-3712647B3456}"/>
              </a:ext>
            </a:extLst>
          </p:cNvPr>
          <p:cNvPicPr preferRelativeResize="0"/>
          <p:nvPr/>
        </p:nvPicPr>
        <p:blipFill rotWithShape="1">
          <a:blip r:embed="rId22">
            <a:alphaModFix/>
          </a:blip>
          <a:srcRect/>
          <a:stretch/>
        </p:blipFill>
        <p:spPr>
          <a:xfrm>
            <a:off x="3892977" y="3387432"/>
            <a:ext cx="726976" cy="717325"/>
          </a:xfrm>
          <a:prstGeom prst="rect">
            <a:avLst/>
          </a:prstGeom>
          <a:noFill/>
          <a:ln>
            <a:noFill/>
          </a:ln>
        </p:spPr>
      </p:pic>
      <p:sp>
        <p:nvSpPr>
          <p:cNvPr id="210" name="Google Shape;210;p13">
            <a:extLst>
              <a:ext uri="{FF2B5EF4-FFF2-40B4-BE49-F238E27FC236}">
                <a16:creationId xmlns:a16="http://schemas.microsoft.com/office/drawing/2014/main" id="{B14F3E01-DB08-30A1-9693-4FC789055EF4}"/>
              </a:ext>
            </a:extLst>
          </p:cNvPr>
          <p:cNvSpPr/>
          <p:nvPr/>
        </p:nvSpPr>
        <p:spPr>
          <a:xfrm>
            <a:off x="5173292" y="3653624"/>
            <a:ext cx="455306" cy="311598"/>
          </a:xfrm>
          <a:prstGeom prst="rect">
            <a:avLst/>
          </a:prstGeom>
          <a:solidFill>
            <a:srgbClr val="FFFF00"/>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Meiryo"/>
              <a:ea typeface="Meiryo"/>
              <a:cs typeface="Meiryo"/>
              <a:sym typeface="Meiryo"/>
            </a:endParaRPr>
          </a:p>
        </p:txBody>
      </p:sp>
      <p:sp>
        <p:nvSpPr>
          <p:cNvPr id="211" name="Google Shape;211;p13">
            <a:extLst>
              <a:ext uri="{FF2B5EF4-FFF2-40B4-BE49-F238E27FC236}">
                <a16:creationId xmlns:a16="http://schemas.microsoft.com/office/drawing/2014/main" id="{67B58CCA-CC95-C678-49B4-42ADE615ECC2}"/>
              </a:ext>
            </a:extLst>
          </p:cNvPr>
          <p:cNvSpPr txBox="1"/>
          <p:nvPr/>
        </p:nvSpPr>
        <p:spPr>
          <a:xfrm>
            <a:off x="5169681" y="3681170"/>
            <a:ext cx="53526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400" b="0" i="0" u="none" strike="noStrike" cap="none">
                <a:solidFill>
                  <a:schemeClr val="dk1"/>
                </a:solidFill>
                <a:latin typeface="Meiryo"/>
                <a:ea typeface="Meiryo"/>
                <a:cs typeface="Meiryo"/>
                <a:sym typeface="Meiryo"/>
              </a:rPr>
              <a:t>I2C</a:t>
            </a:r>
            <a:endParaRPr sz="1400" b="0" i="0" u="none" strike="noStrike" cap="none">
              <a:solidFill>
                <a:schemeClr val="dk1"/>
              </a:solidFill>
              <a:latin typeface="Meiryo"/>
              <a:ea typeface="Meiryo"/>
              <a:cs typeface="Meiryo"/>
              <a:sym typeface="Meiryo"/>
            </a:endParaRPr>
          </a:p>
        </p:txBody>
      </p:sp>
      <p:sp>
        <p:nvSpPr>
          <p:cNvPr id="212" name="Google Shape;212;p13">
            <a:extLst>
              <a:ext uri="{FF2B5EF4-FFF2-40B4-BE49-F238E27FC236}">
                <a16:creationId xmlns:a16="http://schemas.microsoft.com/office/drawing/2014/main" id="{51E1B254-644E-2DDF-2A37-7128551D4419}"/>
              </a:ext>
            </a:extLst>
          </p:cNvPr>
          <p:cNvSpPr txBox="1"/>
          <p:nvPr/>
        </p:nvSpPr>
        <p:spPr>
          <a:xfrm flipH="1">
            <a:off x="6356270" y="2325167"/>
            <a:ext cx="443998"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５V</a:t>
            </a:r>
            <a:endParaRPr sz="1000" b="0" i="0" u="none" strike="noStrike" cap="none">
              <a:solidFill>
                <a:srgbClr val="000000"/>
              </a:solidFill>
              <a:latin typeface="Meiryo"/>
              <a:ea typeface="Meiryo"/>
              <a:cs typeface="Meiryo"/>
              <a:sym typeface="Meiryo"/>
            </a:endParaRPr>
          </a:p>
        </p:txBody>
      </p:sp>
      <p:sp>
        <p:nvSpPr>
          <p:cNvPr id="213" name="Google Shape;213;p13">
            <a:extLst>
              <a:ext uri="{FF2B5EF4-FFF2-40B4-BE49-F238E27FC236}">
                <a16:creationId xmlns:a16="http://schemas.microsoft.com/office/drawing/2014/main" id="{FEDD7527-ADB7-4196-2BC5-D9AC9D75519C}"/>
              </a:ext>
            </a:extLst>
          </p:cNvPr>
          <p:cNvSpPr txBox="1"/>
          <p:nvPr/>
        </p:nvSpPr>
        <p:spPr>
          <a:xfrm>
            <a:off x="6042432" y="2985386"/>
            <a:ext cx="535267"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chemeClr val="dk1"/>
                </a:solidFill>
                <a:latin typeface="Meiryo"/>
                <a:ea typeface="Meiryo"/>
                <a:cs typeface="Meiryo"/>
                <a:sym typeface="Meiryo"/>
              </a:rPr>
              <a:t>I2C</a:t>
            </a:r>
            <a:endParaRPr sz="1000" b="0" i="0" u="none" strike="noStrike" cap="none">
              <a:solidFill>
                <a:schemeClr val="dk1"/>
              </a:solidFill>
              <a:latin typeface="Meiryo"/>
              <a:ea typeface="Meiryo"/>
              <a:cs typeface="Meiryo"/>
              <a:sym typeface="Meiryo"/>
            </a:endParaRPr>
          </a:p>
        </p:txBody>
      </p:sp>
      <p:sp>
        <p:nvSpPr>
          <p:cNvPr id="214" name="Google Shape;214;p13">
            <a:extLst>
              <a:ext uri="{FF2B5EF4-FFF2-40B4-BE49-F238E27FC236}">
                <a16:creationId xmlns:a16="http://schemas.microsoft.com/office/drawing/2014/main" id="{54C7AC2E-B457-AA17-4E53-BA0A5032877F}"/>
              </a:ext>
            </a:extLst>
          </p:cNvPr>
          <p:cNvSpPr txBox="1"/>
          <p:nvPr/>
        </p:nvSpPr>
        <p:spPr>
          <a:xfrm>
            <a:off x="4268666" y="2254586"/>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5" name="Google Shape;215;p13">
            <a:extLst>
              <a:ext uri="{FF2B5EF4-FFF2-40B4-BE49-F238E27FC236}">
                <a16:creationId xmlns:a16="http://schemas.microsoft.com/office/drawing/2014/main" id="{2AE123BE-D3F5-85BC-D1C7-EB44F5CF4148}"/>
              </a:ext>
            </a:extLst>
          </p:cNvPr>
          <p:cNvSpPr txBox="1"/>
          <p:nvPr/>
        </p:nvSpPr>
        <p:spPr>
          <a:xfrm>
            <a:off x="5086991" y="2010267"/>
            <a:ext cx="2476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ナ</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ロ</a:t>
            </a:r>
            <a:endParaRPr sz="6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グ</a:t>
            </a:r>
            <a:endParaRPr/>
          </a:p>
        </p:txBody>
      </p:sp>
      <p:sp>
        <p:nvSpPr>
          <p:cNvPr id="216" name="Google Shape;216;p13">
            <a:extLst>
              <a:ext uri="{FF2B5EF4-FFF2-40B4-BE49-F238E27FC236}">
                <a16:creationId xmlns:a16="http://schemas.microsoft.com/office/drawing/2014/main" id="{E5414DC3-3525-143A-F359-4E76355D8110}"/>
              </a:ext>
            </a:extLst>
          </p:cNvPr>
          <p:cNvSpPr txBox="1"/>
          <p:nvPr/>
        </p:nvSpPr>
        <p:spPr>
          <a:xfrm>
            <a:off x="4190244" y="2720570"/>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7" name="Google Shape;217;p13">
            <a:extLst>
              <a:ext uri="{FF2B5EF4-FFF2-40B4-BE49-F238E27FC236}">
                <a16:creationId xmlns:a16="http://schemas.microsoft.com/office/drawing/2014/main" id="{7F089CA0-B61F-75E3-8598-5BEC892C021E}"/>
              </a:ext>
            </a:extLst>
          </p:cNvPr>
          <p:cNvSpPr txBox="1"/>
          <p:nvPr/>
        </p:nvSpPr>
        <p:spPr>
          <a:xfrm>
            <a:off x="4199387" y="1722076"/>
            <a:ext cx="561646"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sp>
        <p:nvSpPr>
          <p:cNvPr id="218" name="Google Shape;218;p13">
            <a:extLst>
              <a:ext uri="{FF2B5EF4-FFF2-40B4-BE49-F238E27FC236}">
                <a16:creationId xmlns:a16="http://schemas.microsoft.com/office/drawing/2014/main" id="{E6277047-3724-8425-1D33-258D0BA2BA1D}"/>
              </a:ext>
            </a:extLst>
          </p:cNvPr>
          <p:cNvSpPr txBox="1"/>
          <p:nvPr/>
        </p:nvSpPr>
        <p:spPr>
          <a:xfrm>
            <a:off x="5979331" y="1653189"/>
            <a:ext cx="769305"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600" b="0" i="0" u="none" strike="noStrike" cap="none">
                <a:solidFill>
                  <a:schemeClr val="dk1"/>
                </a:solidFill>
                <a:latin typeface="Meiryo"/>
                <a:ea typeface="Meiryo"/>
                <a:cs typeface="Meiryo"/>
                <a:sym typeface="Meiryo"/>
              </a:rPr>
              <a:t>アナログ</a:t>
            </a:r>
            <a:endParaRPr/>
          </a:p>
        </p:txBody>
      </p:sp>
      <p:cxnSp>
        <p:nvCxnSpPr>
          <p:cNvPr id="219" name="Google Shape;219;p13">
            <a:extLst>
              <a:ext uri="{FF2B5EF4-FFF2-40B4-BE49-F238E27FC236}">
                <a16:creationId xmlns:a16="http://schemas.microsoft.com/office/drawing/2014/main" id="{2873D5B1-2DEF-04CF-54B9-B33A6DB2E0EE}"/>
              </a:ext>
            </a:extLst>
          </p:cNvPr>
          <p:cNvCxnSpPr/>
          <p:nvPr/>
        </p:nvCxnSpPr>
        <p:spPr>
          <a:xfrm>
            <a:off x="0" y="712399"/>
            <a:ext cx="15119350" cy="23271"/>
          </a:xfrm>
          <a:prstGeom prst="straightConnector1">
            <a:avLst/>
          </a:prstGeom>
          <a:noFill/>
          <a:ln w="19050" cap="flat" cmpd="sng">
            <a:solidFill>
              <a:srgbClr val="000000"/>
            </a:solidFill>
            <a:prstDash val="solid"/>
            <a:miter lim="800000"/>
            <a:headEnd type="none" w="sm" len="sm"/>
            <a:tailEnd type="none" w="sm" len="sm"/>
          </a:ln>
        </p:spPr>
      </p:cxnSp>
      <p:sp>
        <p:nvSpPr>
          <p:cNvPr id="220" name="Google Shape;220;p13">
            <a:extLst>
              <a:ext uri="{FF2B5EF4-FFF2-40B4-BE49-F238E27FC236}">
                <a16:creationId xmlns:a16="http://schemas.microsoft.com/office/drawing/2014/main" id="{3CF3DB9A-D350-B697-77D7-0AECE1637326}"/>
              </a:ext>
            </a:extLst>
          </p:cNvPr>
          <p:cNvSpPr/>
          <p:nvPr/>
        </p:nvSpPr>
        <p:spPr>
          <a:xfrm>
            <a:off x="10530261" y="3307073"/>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1" name="Google Shape;221;p13">
            <a:extLst>
              <a:ext uri="{FF2B5EF4-FFF2-40B4-BE49-F238E27FC236}">
                <a16:creationId xmlns:a16="http://schemas.microsoft.com/office/drawing/2014/main" id="{2E1A3FF7-14C3-BA06-4B9C-FD09FB486A1D}"/>
              </a:ext>
            </a:extLst>
          </p:cNvPr>
          <p:cNvSpPr/>
          <p:nvPr/>
        </p:nvSpPr>
        <p:spPr>
          <a:xfrm>
            <a:off x="10527074" y="886035"/>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2" name="Google Shape;222;p13">
            <a:extLst>
              <a:ext uri="{FF2B5EF4-FFF2-40B4-BE49-F238E27FC236}">
                <a16:creationId xmlns:a16="http://schemas.microsoft.com/office/drawing/2014/main" id="{40499A18-94DC-C25D-8A19-865B57F133AE}"/>
              </a:ext>
            </a:extLst>
          </p:cNvPr>
          <p:cNvSpPr/>
          <p:nvPr/>
        </p:nvSpPr>
        <p:spPr>
          <a:xfrm>
            <a:off x="10534306" y="2094444"/>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223" name="Google Shape;223;p13">
            <a:extLst>
              <a:ext uri="{FF2B5EF4-FFF2-40B4-BE49-F238E27FC236}">
                <a16:creationId xmlns:a16="http://schemas.microsoft.com/office/drawing/2014/main" id="{FA06CED0-80E0-D355-6408-C7B9FCE70F19}"/>
              </a:ext>
            </a:extLst>
          </p:cNvPr>
          <p:cNvCxnSpPr/>
          <p:nvPr/>
        </p:nvCxnSpPr>
        <p:spPr>
          <a:xfrm rot="10800000">
            <a:off x="10527074" y="1095676"/>
            <a:ext cx="2059200" cy="0"/>
          </a:xfrm>
          <a:prstGeom prst="straightConnector1">
            <a:avLst/>
          </a:prstGeom>
          <a:noFill/>
          <a:ln w="9525" cap="flat" cmpd="sng">
            <a:solidFill>
              <a:srgbClr val="8DA9DB"/>
            </a:solidFill>
            <a:prstDash val="dash"/>
            <a:round/>
            <a:headEnd type="none" w="sm" len="sm"/>
            <a:tailEnd type="none" w="sm" len="sm"/>
          </a:ln>
        </p:spPr>
      </p:cxnSp>
      <p:cxnSp>
        <p:nvCxnSpPr>
          <p:cNvPr id="224" name="Google Shape;224;p13">
            <a:extLst>
              <a:ext uri="{FF2B5EF4-FFF2-40B4-BE49-F238E27FC236}">
                <a16:creationId xmlns:a16="http://schemas.microsoft.com/office/drawing/2014/main" id="{102ABBCC-53C0-97BE-B2DB-C29B6FB2C2FA}"/>
              </a:ext>
            </a:extLst>
          </p:cNvPr>
          <p:cNvCxnSpPr/>
          <p:nvPr/>
        </p:nvCxnSpPr>
        <p:spPr>
          <a:xfrm rot="10800000">
            <a:off x="10534874" y="2297344"/>
            <a:ext cx="2059200" cy="0"/>
          </a:xfrm>
          <a:prstGeom prst="straightConnector1">
            <a:avLst/>
          </a:prstGeom>
          <a:noFill/>
          <a:ln w="9525" cap="flat" cmpd="sng">
            <a:solidFill>
              <a:srgbClr val="8DA9DB"/>
            </a:solidFill>
            <a:prstDash val="dash"/>
            <a:round/>
            <a:headEnd type="none" w="sm" len="sm"/>
            <a:tailEnd type="none" w="sm" len="sm"/>
          </a:ln>
        </p:spPr>
      </p:cxnSp>
      <p:cxnSp>
        <p:nvCxnSpPr>
          <p:cNvPr id="225" name="Google Shape;225;p13">
            <a:extLst>
              <a:ext uri="{FF2B5EF4-FFF2-40B4-BE49-F238E27FC236}">
                <a16:creationId xmlns:a16="http://schemas.microsoft.com/office/drawing/2014/main" id="{2283355D-972A-A40E-6EE9-D1A537F6594D}"/>
              </a:ext>
            </a:extLst>
          </p:cNvPr>
          <p:cNvCxnSpPr/>
          <p:nvPr/>
        </p:nvCxnSpPr>
        <p:spPr>
          <a:xfrm rot="10800000">
            <a:off x="10530250" y="3530250"/>
            <a:ext cx="2059200" cy="0"/>
          </a:xfrm>
          <a:prstGeom prst="straightConnector1">
            <a:avLst/>
          </a:prstGeom>
          <a:noFill/>
          <a:ln w="9525" cap="flat" cmpd="sng">
            <a:solidFill>
              <a:srgbClr val="8DA9DB"/>
            </a:solidFill>
            <a:prstDash val="dash"/>
            <a:round/>
            <a:headEnd type="none" w="sm" len="sm"/>
            <a:tailEnd type="none" w="sm" len="sm"/>
          </a:ln>
        </p:spPr>
      </p:cxnSp>
      <p:sp>
        <p:nvSpPr>
          <p:cNvPr id="226" name="Google Shape;226;p13">
            <a:extLst>
              <a:ext uri="{FF2B5EF4-FFF2-40B4-BE49-F238E27FC236}">
                <a16:creationId xmlns:a16="http://schemas.microsoft.com/office/drawing/2014/main" id="{BECD92F6-D6A6-5FF7-C86F-D05BF23DFDB7}"/>
              </a:ext>
            </a:extLst>
          </p:cNvPr>
          <p:cNvSpPr/>
          <p:nvPr/>
        </p:nvSpPr>
        <p:spPr>
          <a:xfrm>
            <a:off x="12691605" y="3308421"/>
            <a:ext cx="2067000" cy="112155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7" name="Google Shape;227;p13">
            <a:extLst>
              <a:ext uri="{FF2B5EF4-FFF2-40B4-BE49-F238E27FC236}">
                <a16:creationId xmlns:a16="http://schemas.microsoft.com/office/drawing/2014/main" id="{A7E26720-1E04-2450-EC47-3F1D855E8462}"/>
              </a:ext>
            </a:extLst>
          </p:cNvPr>
          <p:cNvSpPr/>
          <p:nvPr/>
        </p:nvSpPr>
        <p:spPr>
          <a:xfrm>
            <a:off x="12688418" y="887383"/>
            <a:ext cx="2067000" cy="1122884"/>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28" name="Google Shape;228;p13">
            <a:extLst>
              <a:ext uri="{FF2B5EF4-FFF2-40B4-BE49-F238E27FC236}">
                <a16:creationId xmlns:a16="http://schemas.microsoft.com/office/drawing/2014/main" id="{13E2E552-5C13-7E05-C52A-F92E4F7EAD20}"/>
              </a:ext>
            </a:extLst>
          </p:cNvPr>
          <p:cNvSpPr/>
          <p:nvPr/>
        </p:nvSpPr>
        <p:spPr>
          <a:xfrm>
            <a:off x="12695650" y="2095792"/>
            <a:ext cx="2067000" cy="1121493"/>
          </a:xfrm>
          <a:prstGeom prst="snip2SameRect">
            <a:avLst>
              <a:gd name="adj1" fmla="val 8224"/>
              <a:gd name="adj2" fmla="val 8437"/>
            </a:avLst>
          </a:prstGeom>
          <a:no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229" name="Google Shape;229;p13">
            <a:extLst>
              <a:ext uri="{FF2B5EF4-FFF2-40B4-BE49-F238E27FC236}">
                <a16:creationId xmlns:a16="http://schemas.microsoft.com/office/drawing/2014/main" id="{79189395-B679-B59D-C31C-A2127DF7AE7C}"/>
              </a:ext>
            </a:extLst>
          </p:cNvPr>
          <p:cNvCxnSpPr/>
          <p:nvPr/>
        </p:nvCxnSpPr>
        <p:spPr>
          <a:xfrm rot="10800000">
            <a:off x="12688418" y="1097024"/>
            <a:ext cx="2059200" cy="0"/>
          </a:xfrm>
          <a:prstGeom prst="straightConnector1">
            <a:avLst/>
          </a:prstGeom>
          <a:noFill/>
          <a:ln w="9525" cap="flat" cmpd="sng">
            <a:solidFill>
              <a:srgbClr val="8DA9DB"/>
            </a:solidFill>
            <a:prstDash val="dash"/>
            <a:round/>
            <a:headEnd type="none" w="sm" len="sm"/>
            <a:tailEnd type="none" w="sm" len="sm"/>
          </a:ln>
        </p:spPr>
      </p:cxnSp>
      <p:cxnSp>
        <p:nvCxnSpPr>
          <p:cNvPr id="230" name="Google Shape;230;p13">
            <a:extLst>
              <a:ext uri="{FF2B5EF4-FFF2-40B4-BE49-F238E27FC236}">
                <a16:creationId xmlns:a16="http://schemas.microsoft.com/office/drawing/2014/main" id="{54898346-7F75-F5A8-B034-DBAAC37C4A19}"/>
              </a:ext>
            </a:extLst>
          </p:cNvPr>
          <p:cNvCxnSpPr/>
          <p:nvPr/>
        </p:nvCxnSpPr>
        <p:spPr>
          <a:xfrm rot="10800000">
            <a:off x="12688418" y="2290466"/>
            <a:ext cx="2059200" cy="0"/>
          </a:xfrm>
          <a:prstGeom prst="straightConnector1">
            <a:avLst/>
          </a:prstGeom>
          <a:noFill/>
          <a:ln w="9525" cap="flat" cmpd="sng">
            <a:solidFill>
              <a:srgbClr val="8DA9DB"/>
            </a:solidFill>
            <a:prstDash val="dash"/>
            <a:round/>
            <a:headEnd type="none" w="sm" len="sm"/>
            <a:tailEnd type="none" w="sm" len="sm"/>
          </a:ln>
        </p:spPr>
      </p:cxnSp>
      <p:cxnSp>
        <p:nvCxnSpPr>
          <p:cNvPr id="231" name="Google Shape;231;p13">
            <a:extLst>
              <a:ext uri="{FF2B5EF4-FFF2-40B4-BE49-F238E27FC236}">
                <a16:creationId xmlns:a16="http://schemas.microsoft.com/office/drawing/2014/main" id="{0AC0D947-ABCB-3B8E-645E-8C26D55AD447}"/>
              </a:ext>
            </a:extLst>
          </p:cNvPr>
          <p:cNvCxnSpPr/>
          <p:nvPr/>
        </p:nvCxnSpPr>
        <p:spPr>
          <a:xfrm rot="10800000">
            <a:off x="12688418" y="3534546"/>
            <a:ext cx="2059200" cy="0"/>
          </a:xfrm>
          <a:prstGeom prst="straightConnector1">
            <a:avLst/>
          </a:prstGeom>
          <a:noFill/>
          <a:ln w="9525" cap="flat" cmpd="sng">
            <a:solidFill>
              <a:srgbClr val="8DA9DB"/>
            </a:solidFill>
            <a:prstDash val="dash"/>
            <a:round/>
            <a:headEnd type="none" w="sm" len="sm"/>
            <a:tailEnd type="none" w="sm" len="sm"/>
          </a:ln>
        </p:spPr>
      </p:cxnSp>
      <p:sp>
        <p:nvSpPr>
          <p:cNvPr id="232" name="Google Shape;232;p13">
            <a:extLst>
              <a:ext uri="{FF2B5EF4-FFF2-40B4-BE49-F238E27FC236}">
                <a16:creationId xmlns:a16="http://schemas.microsoft.com/office/drawing/2014/main" id="{79FAA183-0CBA-2E05-85FA-8C81510E4D57}"/>
              </a:ext>
            </a:extLst>
          </p:cNvPr>
          <p:cNvSpPr txBox="1"/>
          <p:nvPr/>
        </p:nvSpPr>
        <p:spPr>
          <a:xfrm>
            <a:off x="8295884" y="1075649"/>
            <a:ext cx="2287307"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赤外線を検知するセンサです。赤外線ボールの赤外線を検知し、正確に配置したボールセンサで</a:t>
            </a:r>
            <a:r>
              <a:rPr lang="ja-JP" sz="900" b="0" i="0" u="none" strike="noStrike" cap="none">
                <a:solidFill>
                  <a:srgbClr val="FF0000"/>
                </a:solidFill>
                <a:latin typeface="Meiryo"/>
                <a:ea typeface="Meiryo"/>
                <a:cs typeface="Meiryo"/>
                <a:sym typeface="Meiryo"/>
              </a:rPr>
              <a:t>角度</a:t>
            </a:r>
            <a:r>
              <a:rPr lang="ja-JP" sz="900" b="0" i="0" u="none" strike="noStrike" cap="none">
                <a:solidFill>
                  <a:srgbClr val="000000"/>
                </a:solidFill>
                <a:latin typeface="Meiryo"/>
                <a:ea typeface="Meiryo"/>
                <a:cs typeface="Meiryo"/>
                <a:sym typeface="Meiryo"/>
              </a:rPr>
              <a:t>や</a:t>
            </a:r>
            <a:r>
              <a:rPr lang="ja-JP" sz="900" b="0" i="0" u="none" strike="noStrike" cap="none">
                <a:solidFill>
                  <a:srgbClr val="FF0000"/>
                </a:solidFill>
                <a:latin typeface="Meiryo"/>
                <a:ea typeface="Meiryo"/>
                <a:cs typeface="Meiryo"/>
                <a:sym typeface="Meiryo"/>
              </a:rPr>
              <a:t>距離</a:t>
            </a:r>
            <a:r>
              <a:rPr lang="ja-JP" sz="900" b="0" i="0" u="none" strike="noStrike" cap="none">
                <a:solidFill>
                  <a:srgbClr val="000000"/>
                </a:solidFill>
                <a:latin typeface="Meiryo"/>
                <a:ea typeface="Meiryo"/>
                <a:cs typeface="Meiryo"/>
                <a:sym typeface="Meiryo"/>
              </a:rPr>
              <a:t>をよみとってボールを追っかけています。また、センサの前にある時しか反応しないようにカバーをつけています。</a:t>
            </a:r>
            <a:endParaRPr sz="1400" b="0" i="0" u="none" strike="noStrike" cap="none">
              <a:solidFill>
                <a:srgbClr val="000000"/>
              </a:solidFill>
              <a:latin typeface="Meiryo"/>
              <a:ea typeface="Meiryo"/>
              <a:cs typeface="Meiryo"/>
              <a:sym typeface="Meiryo"/>
            </a:endParaRPr>
          </a:p>
        </p:txBody>
      </p:sp>
      <p:sp>
        <p:nvSpPr>
          <p:cNvPr id="233" name="Google Shape;233;p13">
            <a:extLst>
              <a:ext uri="{FF2B5EF4-FFF2-40B4-BE49-F238E27FC236}">
                <a16:creationId xmlns:a16="http://schemas.microsoft.com/office/drawing/2014/main" id="{A8879DA1-CBC7-F167-7984-D00DC9BC4F6B}"/>
              </a:ext>
            </a:extLst>
          </p:cNvPr>
          <p:cNvSpPr txBox="1"/>
          <p:nvPr/>
        </p:nvSpPr>
        <p:spPr>
          <a:xfrm>
            <a:off x="10462931" y="1058813"/>
            <a:ext cx="1539905"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FF0000"/>
                </a:solidFill>
                <a:latin typeface="Meiryo"/>
                <a:ea typeface="Meiryo"/>
                <a:cs typeface="Meiryo"/>
                <a:sym typeface="Meiryo"/>
              </a:rPr>
              <a:t>距離</a:t>
            </a:r>
            <a:r>
              <a:rPr lang="ja-JP" sz="900" b="0" i="0" u="none" strike="noStrike" cap="none">
                <a:solidFill>
                  <a:srgbClr val="000000"/>
                </a:solidFill>
                <a:latin typeface="Meiryo"/>
                <a:ea typeface="Meiryo"/>
                <a:cs typeface="Meiryo"/>
                <a:sym typeface="Meiryo"/>
              </a:rPr>
              <a:t>を把握するセンサです。各方向１つずつつけ、ラインセンサと組み合わせました。また、プログラムを組み、元の位置に戻るようにしました。</a:t>
            </a:r>
            <a:endParaRPr sz="900" b="0" i="0" u="none" strike="noStrike" cap="none">
              <a:solidFill>
                <a:srgbClr val="000000"/>
              </a:solidFill>
              <a:latin typeface="Meiryo"/>
              <a:ea typeface="Meiryo"/>
              <a:cs typeface="Meiryo"/>
              <a:sym typeface="Meiryo"/>
            </a:endParaRPr>
          </a:p>
        </p:txBody>
      </p:sp>
      <p:sp>
        <p:nvSpPr>
          <p:cNvPr id="234" name="Google Shape;234;p13">
            <a:extLst>
              <a:ext uri="{FF2B5EF4-FFF2-40B4-BE49-F238E27FC236}">
                <a16:creationId xmlns:a16="http://schemas.microsoft.com/office/drawing/2014/main" id="{84069114-4508-1506-06ED-5D34D1D6F1D2}"/>
              </a:ext>
            </a:extLst>
          </p:cNvPr>
          <p:cNvSpPr txBox="1"/>
          <p:nvPr/>
        </p:nvSpPr>
        <p:spPr>
          <a:xfrm>
            <a:off x="8316889" y="2271326"/>
            <a:ext cx="1414385"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白いラインに反応するセンサです。光変調フォトICを４つ付けることでセンサの反応が遅れても反応するようにしました。　　</a:t>
            </a:r>
            <a:endParaRPr sz="900" b="0" i="0" u="none" strike="noStrike" cap="none">
              <a:solidFill>
                <a:srgbClr val="000000"/>
              </a:solidFill>
              <a:latin typeface="Meiryo"/>
              <a:ea typeface="Meiryo"/>
              <a:cs typeface="Meiryo"/>
              <a:sym typeface="Meiryo"/>
            </a:endParaRPr>
          </a:p>
        </p:txBody>
      </p:sp>
      <p:sp>
        <p:nvSpPr>
          <p:cNvPr id="235" name="Google Shape;235;p13">
            <a:extLst>
              <a:ext uri="{FF2B5EF4-FFF2-40B4-BE49-F238E27FC236}">
                <a16:creationId xmlns:a16="http://schemas.microsoft.com/office/drawing/2014/main" id="{A646D505-95D7-B395-513A-39F7BAFFA3DF}"/>
              </a:ext>
            </a:extLst>
          </p:cNvPr>
          <p:cNvSpPr txBox="1"/>
          <p:nvPr/>
        </p:nvSpPr>
        <p:spPr>
          <a:xfrm>
            <a:off x="10471461" y="2269346"/>
            <a:ext cx="21846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FF0000"/>
                </a:solidFill>
                <a:latin typeface="Meiryo"/>
                <a:ea typeface="Meiryo"/>
                <a:cs typeface="Meiryo"/>
                <a:sym typeface="Meiryo"/>
              </a:rPr>
              <a:t>向いている方向</a:t>
            </a:r>
            <a:r>
              <a:rPr lang="ja-JP" sz="900" b="0" i="0" u="none" strike="noStrike" cap="none">
                <a:solidFill>
                  <a:srgbClr val="000000"/>
                </a:solidFill>
                <a:latin typeface="Meiryo"/>
                <a:ea typeface="Meiryo"/>
                <a:cs typeface="Meiryo"/>
                <a:sym typeface="Meiryo"/>
              </a:rPr>
              <a:t>がわかるセンサです。L3GD20Hを用いて、角加速度を検出して、Seeeduino XIAO でプログラムを組み、計算式を立て、向いている方向がわかるように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しました。</a:t>
            </a:r>
            <a:endParaRPr sz="900" b="0" i="0" u="none" strike="noStrike" cap="none">
              <a:solidFill>
                <a:srgbClr val="000000"/>
              </a:solidFill>
              <a:latin typeface="Meiryo"/>
              <a:ea typeface="Meiryo"/>
              <a:cs typeface="Meiryo"/>
              <a:sym typeface="Meiryo"/>
            </a:endParaRPr>
          </a:p>
        </p:txBody>
      </p:sp>
      <p:sp>
        <p:nvSpPr>
          <p:cNvPr id="236" name="Google Shape;236;p13">
            <a:extLst>
              <a:ext uri="{FF2B5EF4-FFF2-40B4-BE49-F238E27FC236}">
                <a16:creationId xmlns:a16="http://schemas.microsoft.com/office/drawing/2014/main" id="{62BC122E-40B5-A460-0966-D26B90321C99}"/>
              </a:ext>
            </a:extLst>
          </p:cNvPr>
          <p:cNvSpPr txBox="1"/>
          <p:nvPr/>
        </p:nvSpPr>
        <p:spPr>
          <a:xfrm>
            <a:off x="8301952" y="3474695"/>
            <a:ext cx="224550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コート</a:t>
            </a:r>
            <a:r>
              <a:rPr lang="ja-JP" sz="900" b="0" i="0" u="none" strike="noStrike" cap="none">
                <a:solidFill>
                  <a:srgbClr val="FF0000"/>
                </a:solidFill>
                <a:latin typeface="Meiryo"/>
                <a:ea typeface="Meiryo"/>
                <a:cs typeface="Meiryo"/>
                <a:sym typeface="Meiryo"/>
              </a:rPr>
              <a:t>全体</a:t>
            </a:r>
            <a:r>
              <a:rPr lang="ja-JP" sz="900" b="0" i="0" u="none" strike="noStrike" cap="none">
                <a:solidFill>
                  <a:srgbClr val="000000"/>
                </a:solidFill>
                <a:latin typeface="Meiryo"/>
                <a:ea typeface="Meiryo"/>
                <a:cs typeface="Meiryo"/>
                <a:sym typeface="Meiryo"/>
              </a:rPr>
              <a:t>の様子がカメラで撮れます。カメラの型を３Dプリンターで印刷します。印刷した型に熱した塩化ビニールをプレスすればミラーができます。ミラーの下にpixyを置くとコート全体を</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カメラでとらえることができます。</a:t>
            </a:r>
            <a:endParaRPr sz="900" b="0" i="0" u="none" strike="noStrike" cap="none">
              <a:solidFill>
                <a:srgbClr val="000000"/>
              </a:solidFill>
              <a:latin typeface="Meiryo"/>
              <a:ea typeface="Meiryo"/>
              <a:cs typeface="Meiryo"/>
              <a:sym typeface="Meiryo"/>
            </a:endParaRPr>
          </a:p>
        </p:txBody>
      </p:sp>
      <p:sp>
        <p:nvSpPr>
          <p:cNvPr id="237" name="Google Shape;237;p13">
            <a:extLst>
              <a:ext uri="{FF2B5EF4-FFF2-40B4-BE49-F238E27FC236}">
                <a16:creationId xmlns:a16="http://schemas.microsoft.com/office/drawing/2014/main" id="{43878835-7F76-DFF8-070E-52A1DD6D1612}"/>
              </a:ext>
            </a:extLst>
          </p:cNvPr>
          <p:cNvSpPr txBox="1"/>
          <p:nvPr/>
        </p:nvSpPr>
        <p:spPr>
          <a:xfrm>
            <a:off x="10446481" y="3495775"/>
            <a:ext cx="2220352" cy="816749"/>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900" b="0" i="0" u="none" strike="noStrike" cap="none">
                <a:solidFill>
                  <a:srgbClr val="000000"/>
                </a:solidFill>
                <a:latin typeface="Meiryo"/>
                <a:ea typeface="Meiryo"/>
                <a:cs typeface="Meiryo"/>
                <a:sym typeface="Meiryo"/>
              </a:rPr>
              <a:t>CNCを用いて基板を作ることでより</a:t>
            </a:r>
            <a:r>
              <a:rPr lang="ja-JP" sz="900" b="0" i="0" u="none" strike="noStrike" cap="none">
                <a:solidFill>
                  <a:srgbClr val="FF0000"/>
                </a:solidFill>
                <a:latin typeface="Meiryo"/>
                <a:ea typeface="Meiryo"/>
                <a:cs typeface="Meiryo"/>
                <a:sym typeface="Meiryo"/>
              </a:rPr>
              <a:t>正確</a:t>
            </a:r>
            <a:r>
              <a:rPr lang="ja-JP" sz="900" b="0" i="0" u="none" strike="noStrike" cap="none">
                <a:solidFill>
                  <a:srgbClr val="000000"/>
                </a:solidFill>
                <a:latin typeface="Meiryo"/>
                <a:ea typeface="Meiryo"/>
                <a:cs typeface="Meiryo"/>
                <a:sym typeface="Meiryo"/>
              </a:rPr>
              <a:t>な基盤ができます。また、はんだをする時間の短縮にもなります。私たちは、ジャイロセンサ、直列回路などに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900" b="0" i="0" u="none" strike="noStrike" cap="none">
                <a:solidFill>
                  <a:srgbClr val="000000"/>
                </a:solidFill>
                <a:latin typeface="Meiryo"/>
                <a:ea typeface="Meiryo"/>
                <a:cs typeface="Meiryo"/>
                <a:sym typeface="Meiryo"/>
              </a:rPr>
              <a:t>　　　活用しています。</a:t>
            </a:r>
            <a:endParaRPr sz="900" b="0" i="0" u="none" strike="noStrike" cap="none">
              <a:solidFill>
                <a:srgbClr val="000000"/>
              </a:solidFill>
              <a:latin typeface="Arial"/>
              <a:ea typeface="Arial"/>
              <a:cs typeface="Arial"/>
              <a:sym typeface="Arial"/>
            </a:endParaRPr>
          </a:p>
        </p:txBody>
      </p:sp>
      <p:pic>
        <p:nvPicPr>
          <p:cNvPr id="238" name="Google Shape;238;p13">
            <a:extLst>
              <a:ext uri="{FF2B5EF4-FFF2-40B4-BE49-F238E27FC236}">
                <a16:creationId xmlns:a16="http://schemas.microsoft.com/office/drawing/2014/main" id="{13FF04D1-9BE2-E7F6-8EBE-ACA6F83A35D7}"/>
              </a:ext>
            </a:extLst>
          </p:cNvPr>
          <p:cNvPicPr preferRelativeResize="0"/>
          <p:nvPr/>
        </p:nvPicPr>
        <p:blipFill rotWithShape="1">
          <a:blip r:embed="rId23">
            <a:alphaModFix/>
          </a:blip>
          <a:srcRect/>
          <a:stretch/>
        </p:blipFill>
        <p:spPr>
          <a:xfrm>
            <a:off x="11804438" y="4116629"/>
            <a:ext cx="869413" cy="498438"/>
          </a:xfrm>
          <a:prstGeom prst="rect">
            <a:avLst/>
          </a:prstGeom>
          <a:noFill/>
          <a:ln>
            <a:noFill/>
          </a:ln>
        </p:spPr>
      </p:pic>
      <p:sp>
        <p:nvSpPr>
          <p:cNvPr id="239" name="Google Shape;239;p13">
            <a:extLst>
              <a:ext uri="{FF2B5EF4-FFF2-40B4-BE49-F238E27FC236}">
                <a16:creationId xmlns:a16="http://schemas.microsoft.com/office/drawing/2014/main" id="{67936C6F-A7DA-02A1-4507-182EE1DEAA54}"/>
              </a:ext>
            </a:extLst>
          </p:cNvPr>
          <p:cNvSpPr txBox="1"/>
          <p:nvPr/>
        </p:nvSpPr>
        <p:spPr>
          <a:xfrm>
            <a:off x="12631081" y="3494474"/>
            <a:ext cx="22455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ジュラルミンの板を加工するためにCNCを使いました。ジュラルミンを活用することによって</a:t>
            </a:r>
            <a:r>
              <a:rPr lang="ja-JP" sz="900" b="0" i="0" u="none" strike="noStrike" cap="none">
                <a:solidFill>
                  <a:srgbClr val="FF0000"/>
                </a:solidFill>
                <a:latin typeface="Meiryo"/>
                <a:ea typeface="Meiryo"/>
                <a:cs typeface="Meiryo"/>
                <a:sym typeface="Meiryo"/>
              </a:rPr>
              <a:t>強度</a:t>
            </a:r>
            <a:r>
              <a:rPr lang="ja-JP" sz="900" b="0" i="0" u="none" strike="noStrike" cap="none">
                <a:solidFill>
                  <a:srgbClr val="000000"/>
                </a:solidFill>
                <a:latin typeface="Meiryo"/>
                <a:ea typeface="Meiryo"/>
                <a:cs typeface="Meiryo"/>
                <a:sym typeface="Meiryo"/>
              </a:rPr>
              <a:t>が出て丈夫な</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板が出来ます。</a:t>
            </a:r>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私たちは、オムニホイール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や板に利用しています。</a:t>
            </a:r>
            <a:endParaRPr sz="900" b="0" i="0" u="none" strike="noStrike" cap="none">
              <a:solidFill>
                <a:srgbClr val="000000"/>
              </a:solidFill>
              <a:latin typeface="Meiryo"/>
              <a:ea typeface="Meiryo"/>
              <a:cs typeface="Meiryo"/>
              <a:sym typeface="Meiryo"/>
            </a:endParaRPr>
          </a:p>
        </p:txBody>
      </p:sp>
      <p:sp>
        <p:nvSpPr>
          <p:cNvPr id="240" name="Google Shape;240;p13">
            <a:extLst>
              <a:ext uri="{FF2B5EF4-FFF2-40B4-BE49-F238E27FC236}">
                <a16:creationId xmlns:a16="http://schemas.microsoft.com/office/drawing/2014/main" id="{AC07F688-527B-07C5-FE9F-A44072D663ED}"/>
              </a:ext>
            </a:extLst>
          </p:cNvPr>
          <p:cNvSpPr txBox="1"/>
          <p:nvPr/>
        </p:nvSpPr>
        <p:spPr>
          <a:xfrm>
            <a:off x="12618849" y="2251659"/>
            <a:ext cx="2211767"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機体の動いている</a:t>
            </a:r>
            <a:r>
              <a:rPr lang="ja-JP" sz="900" b="0" i="0" u="none" strike="noStrike" cap="none">
                <a:solidFill>
                  <a:srgbClr val="FF0000"/>
                </a:solidFill>
                <a:latin typeface="Meiryo"/>
                <a:ea typeface="Meiryo"/>
                <a:cs typeface="Meiryo"/>
                <a:sym typeface="Meiryo"/>
              </a:rPr>
              <a:t>速度</a:t>
            </a:r>
            <a:r>
              <a:rPr lang="ja-JP" sz="900" b="0" i="0" u="none" strike="noStrike" cap="none">
                <a:solidFill>
                  <a:srgbClr val="000000"/>
                </a:solidFill>
                <a:latin typeface="Meiryo"/>
                <a:ea typeface="Meiryo"/>
                <a:cs typeface="Meiryo"/>
                <a:sym typeface="Meiryo"/>
              </a:rPr>
              <a:t>がわかるセンサです。ｘ軸とy軸の加速度をセンサでとり、そのデータをもとにプログラム上で計算して速度を求めて、ラインセンサに反応しやすいように工夫しています。</a:t>
            </a:r>
            <a:endParaRPr sz="900" b="0" i="0" u="none" strike="noStrike" cap="none">
              <a:solidFill>
                <a:srgbClr val="000000"/>
              </a:solidFill>
              <a:latin typeface="Meiryo"/>
              <a:ea typeface="Meiryo"/>
              <a:cs typeface="Meiryo"/>
              <a:sym typeface="Meiryo"/>
            </a:endParaRPr>
          </a:p>
        </p:txBody>
      </p:sp>
      <p:sp>
        <p:nvSpPr>
          <p:cNvPr id="241" name="Google Shape;241;p13">
            <a:extLst>
              <a:ext uri="{FF2B5EF4-FFF2-40B4-BE49-F238E27FC236}">
                <a16:creationId xmlns:a16="http://schemas.microsoft.com/office/drawing/2014/main" id="{3F43759B-56C9-DDCA-B44F-FBE85F5B519E}"/>
              </a:ext>
            </a:extLst>
          </p:cNvPr>
          <p:cNvSpPr txBox="1"/>
          <p:nvPr/>
        </p:nvSpPr>
        <p:spPr>
          <a:xfrm>
            <a:off x="12609021" y="1073290"/>
            <a:ext cx="2245500" cy="955248"/>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アナログのポートが10個、デジタルのポートが6個あります。アナログにはボールセンサアダプター、ジャイロセンサ、ラインセンサ、加速度センサを接続しています。デジタルには、LEDを付けて、デバックに使用しています。</a:t>
            </a:r>
            <a:endParaRPr sz="900" b="0" i="0" u="none" strike="noStrike" cap="none">
              <a:solidFill>
                <a:srgbClr val="000000"/>
              </a:solidFill>
              <a:latin typeface="Meiryo"/>
              <a:ea typeface="Meiryo"/>
              <a:cs typeface="Meiryo"/>
              <a:sym typeface="Meiryo"/>
            </a:endParaRPr>
          </a:p>
        </p:txBody>
      </p:sp>
      <p:pic>
        <p:nvPicPr>
          <p:cNvPr id="242" name="Google Shape;242;p13">
            <a:extLst>
              <a:ext uri="{FF2B5EF4-FFF2-40B4-BE49-F238E27FC236}">
                <a16:creationId xmlns:a16="http://schemas.microsoft.com/office/drawing/2014/main" id="{E050ACA4-A1AE-1E02-DA5F-4BFF07E6A413}"/>
              </a:ext>
            </a:extLst>
          </p:cNvPr>
          <p:cNvPicPr preferRelativeResize="0"/>
          <p:nvPr/>
        </p:nvPicPr>
        <p:blipFill rotWithShape="1">
          <a:blip r:embed="rId24">
            <a:alphaModFix/>
          </a:blip>
          <a:srcRect/>
          <a:stretch/>
        </p:blipFill>
        <p:spPr>
          <a:xfrm>
            <a:off x="14326082" y="8755674"/>
            <a:ext cx="485843" cy="466790"/>
          </a:xfrm>
          <a:prstGeom prst="rect">
            <a:avLst/>
          </a:prstGeom>
          <a:noFill/>
          <a:ln>
            <a:noFill/>
          </a:ln>
        </p:spPr>
      </p:pic>
      <p:sp>
        <p:nvSpPr>
          <p:cNvPr id="243" name="Google Shape;243;p13">
            <a:extLst>
              <a:ext uri="{FF2B5EF4-FFF2-40B4-BE49-F238E27FC236}">
                <a16:creationId xmlns:a16="http://schemas.microsoft.com/office/drawing/2014/main" id="{0997953C-5B5F-8112-1CF7-0A258F4409E7}"/>
              </a:ext>
            </a:extLst>
          </p:cNvPr>
          <p:cNvSpPr/>
          <p:nvPr/>
        </p:nvSpPr>
        <p:spPr>
          <a:xfrm>
            <a:off x="85757" y="4733138"/>
            <a:ext cx="4347657" cy="1818956"/>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3">
            <a:extLst>
              <a:ext uri="{FF2B5EF4-FFF2-40B4-BE49-F238E27FC236}">
                <a16:creationId xmlns:a16="http://schemas.microsoft.com/office/drawing/2014/main" id="{7014B211-A958-0DDD-A243-4AED2621DCC2}"/>
              </a:ext>
            </a:extLst>
          </p:cNvPr>
          <p:cNvSpPr txBox="1"/>
          <p:nvPr/>
        </p:nvSpPr>
        <p:spPr>
          <a:xfrm>
            <a:off x="69502" y="6654567"/>
            <a:ext cx="38898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確実にボールを補足するために</a:t>
            </a:r>
            <a:endParaRPr sz="1800" b="1" i="0" u="none" strike="noStrike" cap="none">
              <a:solidFill>
                <a:srgbClr val="000000"/>
              </a:solidFill>
              <a:latin typeface="Meiryo"/>
              <a:ea typeface="Meiryo"/>
              <a:cs typeface="Meiryo"/>
              <a:sym typeface="Meiryo"/>
            </a:endParaRPr>
          </a:p>
        </p:txBody>
      </p:sp>
      <p:cxnSp>
        <p:nvCxnSpPr>
          <p:cNvPr id="245" name="Google Shape;245;p13">
            <a:extLst>
              <a:ext uri="{FF2B5EF4-FFF2-40B4-BE49-F238E27FC236}">
                <a16:creationId xmlns:a16="http://schemas.microsoft.com/office/drawing/2014/main" id="{D6C91DE8-D979-809F-B170-B24EB449093B}"/>
              </a:ext>
            </a:extLst>
          </p:cNvPr>
          <p:cNvCxnSpPr/>
          <p:nvPr/>
        </p:nvCxnSpPr>
        <p:spPr>
          <a:xfrm>
            <a:off x="141385" y="5093288"/>
            <a:ext cx="4242152" cy="0"/>
          </a:xfrm>
          <a:prstGeom prst="straightConnector1">
            <a:avLst/>
          </a:prstGeom>
          <a:noFill/>
          <a:ln w="19050" cap="flat" cmpd="sng">
            <a:solidFill>
              <a:srgbClr val="262626"/>
            </a:solidFill>
            <a:prstDash val="dot"/>
            <a:round/>
            <a:headEnd type="none" w="sm" len="sm"/>
            <a:tailEnd type="none" w="sm" len="sm"/>
          </a:ln>
        </p:spPr>
      </p:cxnSp>
      <p:sp>
        <p:nvSpPr>
          <p:cNvPr id="246" name="Google Shape;246;p13">
            <a:extLst>
              <a:ext uri="{FF2B5EF4-FFF2-40B4-BE49-F238E27FC236}">
                <a16:creationId xmlns:a16="http://schemas.microsoft.com/office/drawing/2014/main" id="{31307C6F-ED73-116E-1355-A3A7689CCB42}"/>
              </a:ext>
            </a:extLst>
          </p:cNvPr>
          <p:cNvSpPr txBox="1"/>
          <p:nvPr/>
        </p:nvSpPr>
        <p:spPr>
          <a:xfrm>
            <a:off x="4962" y="6996305"/>
            <a:ext cx="4486486" cy="1370747"/>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以前までの機体ではボール補足ゾーンが小さかったため、安定し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て前にボールを運ぶことができませんでした。そこで以前までの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機体より口を広くすることで、赤外線ボールを補足しやすいようにし、段差をつけることで補足したボールを逃さないように工夫しました。また、ボール補足ゾーンの横を平らにし、その部分に2本のスペーサーを立てることによってボールを補足</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ゾーンに入らなくても前にボールを運べるよう</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にしました。そうすることよって、試合を有利</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に進めることができ、攻撃のチャンスを作りや</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300"/>
              <a:buFont typeface="Arial"/>
              <a:buNone/>
            </a:pPr>
            <a:r>
              <a:rPr lang="ja-JP" sz="900" b="0" i="0" u="none" strike="noStrike" cap="none">
                <a:solidFill>
                  <a:srgbClr val="000000"/>
                </a:solidFill>
                <a:latin typeface="Meiryo"/>
                <a:ea typeface="Meiryo"/>
                <a:cs typeface="Meiryo"/>
                <a:sym typeface="Meiryo"/>
              </a:rPr>
              <a:t>　　　　　　　　　　　　　　　　すくなりました。</a:t>
            </a:r>
            <a:endParaRPr/>
          </a:p>
        </p:txBody>
      </p:sp>
      <p:pic>
        <p:nvPicPr>
          <p:cNvPr id="247" name="Google Shape;247;p13">
            <a:extLst>
              <a:ext uri="{FF2B5EF4-FFF2-40B4-BE49-F238E27FC236}">
                <a16:creationId xmlns:a16="http://schemas.microsoft.com/office/drawing/2014/main" id="{022DDED1-983A-419D-290A-8C817C7E6149}"/>
              </a:ext>
            </a:extLst>
          </p:cNvPr>
          <p:cNvPicPr preferRelativeResize="0"/>
          <p:nvPr/>
        </p:nvPicPr>
        <p:blipFill rotWithShape="1">
          <a:blip r:embed="rId25">
            <a:alphaModFix/>
          </a:blip>
          <a:srcRect l="-400" t="-928"/>
          <a:stretch/>
        </p:blipFill>
        <p:spPr>
          <a:xfrm>
            <a:off x="148783" y="7756945"/>
            <a:ext cx="763927" cy="582687"/>
          </a:xfrm>
          <a:prstGeom prst="rect">
            <a:avLst/>
          </a:prstGeom>
          <a:noFill/>
          <a:ln>
            <a:noFill/>
          </a:ln>
        </p:spPr>
      </p:pic>
      <p:pic>
        <p:nvPicPr>
          <p:cNvPr id="248" name="Google Shape;248;p13" descr="図形 が含まれている画像&#10;&#10;自動的に生成された説明">
            <a:extLst>
              <a:ext uri="{FF2B5EF4-FFF2-40B4-BE49-F238E27FC236}">
                <a16:creationId xmlns:a16="http://schemas.microsoft.com/office/drawing/2014/main" id="{44787A6C-C73C-24AC-BE92-79E25858D499}"/>
              </a:ext>
            </a:extLst>
          </p:cNvPr>
          <p:cNvPicPr preferRelativeResize="0"/>
          <p:nvPr/>
        </p:nvPicPr>
        <p:blipFill rotWithShape="1">
          <a:blip r:embed="rId26">
            <a:alphaModFix/>
          </a:blip>
          <a:srcRect/>
          <a:stretch/>
        </p:blipFill>
        <p:spPr>
          <a:xfrm>
            <a:off x="3481195" y="6702764"/>
            <a:ext cx="853966" cy="580164"/>
          </a:xfrm>
          <a:prstGeom prst="rect">
            <a:avLst/>
          </a:prstGeom>
          <a:noFill/>
          <a:ln>
            <a:noFill/>
          </a:ln>
        </p:spPr>
      </p:pic>
      <p:sp>
        <p:nvSpPr>
          <p:cNvPr id="249" name="Google Shape;249;p13">
            <a:extLst>
              <a:ext uri="{FF2B5EF4-FFF2-40B4-BE49-F238E27FC236}">
                <a16:creationId xmlns:a16="http://schemas.microsoft.com/office/drawing/2014/main" id="{7E9E1BFB-A421-B0FA-27E1-B012CF802C6F}"/>
              </a:ext>
            </a:extLst>
          </p:cNvPr>
          <p:cNvSpPr txBox="1"/>
          <p:nvPr/>
        </p:nvSpPr>
        <p:spPr>
          <a:xfrm>
            <a:off x="27824" y="4759210"/>
            <a:ext cx="2763300" cy="401251"/>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Pixy2.1　全方位</a:t>
            </a:r>
            <a:endParaRPr sz="1800" b="1" i="0" u="none" strike="noStrike" cap="none">
              <a:solidFill>
                <a:srgbClr val="000000"/>
              </a:solidFill>
              <a:latin typeface="Meiryo"/>
              <a:ea typeface="Meiryo"/>
              <a:cs typeface="Meiryo"/>
              <a:sym typeface="Meiryo"/>
            </a:endParaRPr>
          </a:p>
        </p:txBody>
      </p:sp>
      <p:sp>
        <p:nvSpPr>
          <p:cNvPr id="250" name="Google Shape;250;p13">
            <a:extLst>
              <a:ext uri="{FF2B5EF4-FFF2-40B4-BE49-F238E27FC236}">
                <a16:creationId xmlns:a16="http://schemas.microsoft.com/office/drawing/2014/main" id="{02986E0E-39F3-A7E6-E56B-8462B91BDF2E}"/>
              </a:ext>
            </a:extLst>
          </p:cNvPr>
          <p:cNvSpPr txBox="1"/>
          <p:nvPr/>
        </p:nvSpPr>
        <p:spPr>
          <a:xfrm>
            <a:off x="43711" y="5092827"/>
            <a:ext cx="4447737"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私たちのチームはpixyを全方位カメラで使うことを推奨しています。その理由は2つあります。一つは初心者でも使いやすいという点です。私たちはカメラを始めて使います。pixyは色取りがすごく簡単で、初心者でもすぐに使うことができます。2つ目は、他のカメラを使う際、色取りや座標を得るため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必要なプログラムを組まないといけませんが、pixyはそのプ</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ログラムを組む必要がないという点です。pixyは勝手に変換</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して、マイクロコアに情報を送信してくれます。また、全方</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位を採用することで、コート全体が見えたり、前のロボット</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によってゴールの色をとれないという機会を減らしたりする</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ことができます。</a:t>
            </a:r>
            <a:endParaRPr sz="900" b="0" i="0" u="none" strike="noStrike" cap="none">
              <a:solidFill>
                <a:srgbClr val="000000"/>
              </a:solidFill>
              <a:latin typeface="Meiryo"/>
              <a:ea typeface="Meiryo"/>
              <a:cs typeface="Meiryo"/>
              <a:sym typeface="Meiryo"/>
            </a:endParaRPr>
          </a:p>
        </p:txBody>
      </p:sp>
      <p:sp>
        <p:nvSpPr>
          <p:cNvPr id="251" name="Google Shape;251;p13">
            <a:extLst>
              <a:ext uri="{FF2B5EF4-FFF2-40B4-BE49-F238E27FC236}">
                <a16:creationId xmlns:a16="http://schemas.microsoft.com/office/drawing/2014/main" id="{42519F13-2A23-FD20-EAFF-14EF442C2002}"/>
              </a:ext>
            </a:extLst>
          </p:cNvPr>
          <p:cNvSpPr txBox="1"/>
          <p:nvPr/>
        </p:nvSpPr>
        <p:spPr>
          <a:xfrm>
            <a:off x="912710" y="4669033"/>
            <a:ext cx="52610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3200" b="1" i="0" u="none" strike="noStrike" cap="none">
                <a:solidFill>
                  <a:srgbClr val="FF0000"/>
                </a:solidFill>
                <a:latin typeface="Meiryo"/>
                <a:ea typeface="Meiryo"/>
                <a:cs typeface="Meiryo"/>
                <a:sym typeface="Meiryo"/>
              </a:rPr>
              <a:t>×</a:t>
            </a:r>
            <a:endParaRPr sz="3200" b="1" i="0" u="none" strike="noStrike" cap="none">
              <a:solidFill>
                <a:srgbClr val="FF0000"/>
              </a:solidFill>
              <a:latin typeface="Meiryo"/>
              <a:ea typeface="Meiryo"/>
              <a:cs typeface="Meiryo"/>
              <a:sym typeface="Meiryo"/>
            </a:endParaRPr>
          </a:p>
        </p:txBody>
      </p:sp>
      <p:pic>
        <p:nvPicPr>
          <p:cNvPr id="252" name="Google Shape;252;p13" descr="屋内, 草, 座る, おもちゃ が含まれている画像&#10;&#10;自動的に生成された説明">
            <a:extLst>
              <a:ext uri="{FF2B5EF4-FFF2-40B4-BE49-F238E27FC236}">
                <a16:creationId xmlns:a16="http://schemas.microsoft.com/office/drawing/2014/main" id="{DC5A7AF7-DBB1-8CA0-DB90-52B4FAD6BEF1}"/>
              </a:ext>
            </a:extLst>
          </p:cNvPr>
          <p:cNvPicPr preferRelativeResize="0"/>
          <p:nvPr/>
        </p:nvPicPr>
        <p:blipFill rotWithShape="1">
          <a:blip r:embed="rId27">
            <a:alphaModFix/>
          </a:blip>
          <a:srcRect/>
          <a:stretch/>
        </p:blipFill>
        <p:spPr>
          <a:xfrm>
            <a:off x="1047074" y="7776273"/>
            <a:ext cx="801993" cy="585313"/>
          </a:xfrm>
          <a:prstGeom prst="rect">
            <a:avLst/>
          </a:prstGeom>
          <a:noFill/>
          <a:ln>
            <a:noFill/>
          </a:ln>
        </p:spPr>
      </p:pic>
      <p:pic>
        <p:nvPicPr>
          <p:cNvPr id="253" name="Google Shape;253;p13" descr="建物, 草, 座る, 小さい が含まれている画像&#10;&#10;自動的に生成された説明">
            <a:extLst>
              <a:ext uri="{FF2B5EF4-FFF2-40B4-BE49-F238E27FC236}">
                <a16:creationId xmlns:a16="http://schemas.microsoft.com/office/drawing/2014/main" id="{D343A7F1-EB12-E874-5885-F50759AF787B}"/>
              </a:ext>
            </a:extLst>
          </p:cNvPr>
          <p:cNvPicPr preferRelativeResize="0"/>
          <p:nvPr/>
        </p:nvPicPr>
        <p:blipFill rotWithShape="1">
          <a:blip r:embed="rId28">
            <a:alphaModFix/>
          </a:blip>
          <a:srcRect/>
          <a:stretch/>
        </p:blipFill>
        <p:spPr>
          <a:xfrm>
            <a:off x="10157684" y="4137524"/>
            <a:ext cx="695610" cy="521708"/>
          </a:xfrm>
          <a:prstGeom prst="rect">
            <a:avLst/>
          </a:prstGeom>
          <a:noFill/>
          <a:ln>
            <a:noFill/>
          </a:ln>
        </p:spPr>
      </p:pic>
      <p:sp>
        <p:nvSpPr>
          <p:cNvPr id="254" name="Google Shape;254;p13">
            <a:extLst>
              <a:ext uri="{FF2B5EF4-FFF2-40B4-BE49-F238E27FC236}">
                <a16:creationId xmlns:a16="http://schemas.microsoft.com/office/drawing/2014/main" id="{EC72C639-8E55-C8B0-99F1-A62ACFAEECF4}"/>
              </a:ext>
            </a:extLst>
          </p:cNvPr>
          <p:cNvSpPr/>
          <p:nvPr/>
        </p:nvSpPr>
        <p:spPr>
          <a:xfrm>
            <a:off x="5774540" y="6728500"/>
            <a:ext cx="840283" cy="485888"/>
          </a:xfrm>
          <a:prstGeom prst="rect">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ja-JP" sz="1400" b="0" i="0" u="none" strike="noStrike" cap="none">
                <a:solidFill>
                  <a:schemeClr val="lt1"/>
                </a:solidFill>
                <a:latin typeface="Arial"/>
                <a:ea typeface="Arial"/>
                <a:cs typeface="Arial"/>
                <a:sym typeface="Arial"/>
              </a:rPr>
              <a:t>カメラ</a:t>
            </a:r>
            <a:endParaRPr/>
          </a:p>
        </p:txBody>
      </p:sp>
      <p:sp>
        <p:nvSpPr>
          <p:cNvPr id="255" name="Google Shape;255;p13">
            <a:extLst>
              <a:ext uri="{FF2B5EF4-FFF2-40B4-BE49-F238E27FC236}">
                <a16:creationId xmlns:a16="http://schemas.microsoft.com/office/drawing/2014/main" id="{89F86E5C-E6A7-505A-581A-6F01A6B203EF}"/>
              </a:ext>
            </a:extLst>
          </p:cNvPr>
          <p:cNvSpPr/>
          <p:nvPr/>
        </p:nvSpPr>
        <p:spPr>
          <a:xfrm>
            <a:off x="7283921" y="2904738"/>
            <a:ext cx="1045714" cy="355205"/>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Arial"/>
              <a:ea typeface="Arial"/>
              <a:cs typeface="Arial"/>
              <a:sym typeface="Arial"/>
            </a:endParaRPr>
          </a:p>
        </p:txBody>
      </p:sp>
      <p:sp>
        <p:nvSpPr>
          <p:cNvPr id="256" name="Google Shape;256;p13">
            <a:extLst>
              <a:ext uri="{FF2B5EF4-FFF2-40B4-BE49-F238E27FC236}">
                <a16:creationId xmlns:a16="http://schemas.microsoft.com/office/drawing/2014/main" id="{85C0A503-5DAC-F634-0D44-58DDF87ED8AD}"/>
              </a:ext>
            </a:extLst>
          </p:cNvPr>
          <p:cNvSpPr txBox="1"/>
          <p:nvPr/>
        </p:nvSpPr>
        <p:spPr>
          <a:xfrm>
            <a:off x="7224993" y="2892804"/>
            <a:ext cx="1266768" cy="447417"/>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電池</a:t>
            </a:r>
            <a:endParaRPr sz="9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1.２V×10(直列</a:t>
            </a:r>
            <a:r>
              <a:rPr lang="ja-JP" sz="1200" b="1" i="0" u="none" strike="noStrike" cap="none">
                <a:solidFill>
                  <a:srgbClr val="000000"/>
                </a:solidFill>
                <a:latin typeface="Meiryo"/>
                <a:ea typeface="Meiryo"/>
                <a:cs typeface="Meiryo"/>
                <a:sym typeface="Meiryo"/>
              </a:rPr>
              <a:t>)</a:t>
            </a:r>
            <a:endParaRPr sz="1200" b="1" i="0" u="none" strike="noStrike" cap="none">
              <a:solidFill>
                <a:srgbClr val="000000"/>
              </a:solidFill>
              <a:latin typeface="Meiryo"/>
              <a:ea typeface="Meiryo"/>
              <a:cs typeface="Meiryo"/>
              <a:sym typeface="Meiryo"/>
            </a:endParaRPr>
          </a:p>
        </p:txBody>
      </p:sp>
      <p:sp>
        <p:nvSpPr>
          <p:cNvPr id="257" name="Google Shape;257;p13">
            <a:extLst>
              <a:ext uri="{FF2B5EF4-FFF2-40B4-BE49-F238E27FC236}">
                <a16:creationId xmlns:a16="http://schemas.microsoft.com/office/drawing/2014/main" id="{E724A4F2-4CE7-E1A3-FF1E-2F659CBBEB2F}"/>
              </a:ext>
            </a:extLst>
          </p:cNvPr>
          <p:cNvSpPr/>
          <p:nvPr/>
        </p:nvSpPr>
        <p:spPr>
          <a:xfrm>
            <a:off x="6864190" y="2271092"/>
            <a:ext cx="1467900" cy="331898"/>
          </a:xfrm>
          <a:prstGeom prst="flowChartAlternateProcess">
            <a:avLst/>
          </a:prstGeom>
          <a:solidFill>
            <a:srgbClr val="FFFFFF"/>
          </a:solidFill>
          <a:ln w="28575" cap="flat" cmpd="sng">
            <a:solidFill>
              <a:srgbClr val="000000"/>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258" name="Google Shape;258;p13">
            <a:extLst>
              <a:ext uri="{FF2B5EF4-FFF2-40B4-BE49-F238E27FC236}">
                <a16:creationId xmlns:a16="http://schemas.microsoft.com/office/drawing/2014/main" id="{298C444F-3954-0940-8A92-C7D5DD3A78AD}"/>
              </a:ext>
            </a:extLst>
          </p:cNvPr>
          <p:cNvSpPr txBox="1"/>
          <p:nvPr/>
        </p:nvSpPr>
        <p:spPr>
          <a:xfrm>
            <a:off x="6785862" y="2266815"/>
            <a:ext cx="1747231" cy="385862"/>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800" b="1" i="0" u="none" strike="noStrike" cap="none">
                <a:solidFill>
                  <a:srgbClr val="000000"/>
                </a:solidFill>
                <a:latin typeface="Meiryo"/>
                <a:ea typeface="Meiryo"/>
                <a:cs typeface="Meiryo"/>
                <a:sym typeface="Meiryo"/>
              </a:rPr>
              <a:t>ＤＣＤＣコンバーター</a:t>
            </a:r>
            <a:endParaRPr sz="8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rgbClr val="000000"/>
                </a:solidFill>
                <a:latin typeface="Meiryo"/>
                <a:ea typeface="Meiryo"/>
                <a:cs typeface="Meiryo"/>
                <a:sym typeface="Meiryo"/>
              </a:rPr>
              <a:t>:AE-OKL－T/6-W12N-C</a:t>
            </a:r>
            <a:endParaRPr sz="900" b="1" i="0" u="none" strike="noStrike" cap="none">
              <a:solidFill>
                <a:srgbClr val="000000"/>
              </a:solidFill>
              <a:latin typeface="Meiryo"/>
              <a:ea typeface="Meiryo"/>
              <a:cs typeface="Meiryo"/>
              <a:sym typeface="Meiryo"/>
            </a:endParaRPr>
          </a:p>
        </p:txBody>
      </p:sp>
      <p:sp>
        <p:nvSpPr>
          <p:cNvPr id="259" name="Google Shape;259;p13">
            <a:extLst>
              <a:ext uri="{FF2B5EF4-FFF2-40B4-BE49-F238E27FC236}">
                <a16:creationId xmlns:a16="http://schemas.microsoft.com/office/drawing/2014/main" id="{ADC3ECC1-C406-1497-98D6-51C9D98EBB50}"/>
              </a:ext>
            </a:extLst>
          </p:cNvPr>
          <p:cNvSpPr txBox="1"/>
          <p:nvPr/>
        </p:nvSpPr>
        <p:spPr>
          <a:xfrm>
            <a:off x="6682405" y="2965345"/>
            <a:ext cx="532865"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000" b="0" i="0" u="none" strike="noStrike" cap="none">
                <a:solidFill>
                  <a:srgbClr val="000000"/>
                </a:solidFill>
                <a:latin typeface="Meiryo"/>
                <a:ea typeface="Meiryo"/>
                <a:cs typeface="Meiryo"/>
                <a:sym typeface="Meiryo"/>
              </a:rPr>
              <a:t>１２V</a:t>
            </a:r>
            <a:endParaRPr sz="1000" b="0" i="0" u="none" strike="noStrike" cap="none">
              <a:solidFill>
                <a:srgbClr val="000000"/>
              </a:solidFill>
              <a:latin typeface="Meiryo"/>
              <a:ea typeface="Meiryo"/>
              <a:cs typeface="Meiryo"/>
              <a:sym typeface="Meiryo"/>
            </a:endParaRPr>
          </a:p>
        </p:txBody>
      </p:sp>
      <p:pic>
        <p:nvPicPr>
          <p:cNvPr id="260" name="Google Shape;260;p13">
            <a:extLst>
              <a:ext uri="{FF2B5EF4-FFF2-40B4-BE49-F238E27FC236}">
                <a16:creationId xmlns:a16="http://schemas.microsoft.com/office/drawing/2014/main" id="{16C3A5ED-B8D0-E7EC-F46B-F2D0A45AA772}"/>
              </a:ext>
            </a:extLst>
          </p:cNvPr>
          <p:cNvPicPr preferRelativeResize="0"/>
          <p:nvPr/>
        </p:nvPicPr>
        <p:blipFill rotWithShape="1">
          <a:blip r:embed="rId29">
            <a:alphaModFix/>
          </a:blip>
          <a:srcRect/>
          <a:stretch/>
        </p:blipFill>
        <p:spPr>
          <a:xfrm>
            <a:off x="7821860" y="1991267"/>
            <a:ext cx="575830" cy="432122"/>
          </a:xfrm>
          <a:prstGeom prst="rect">
            <a:avLst/>
          </a:prstGeom>
          <a:noFill/>
          <a:ln>
            <a:noFill/>
          </a:ln>
        </p:spPr>
      </p:pic>
      <p:pic>
        <p:nvPicPr>
          <p:cNvPr id="261" name="Google Shape;261;p13">
            <a:extLst>
              <a:ext uri="{FF2B5EF4-FFF2-40B4-BE49-F238E27FC236}">
                <a16:creationId xmlns:a16="http://schemas.microsoft.com/office/drawing/2014/main" id="{0FFF969E-FC2B-957B-2D74-139025EBAB73}"/>
              </a:ext>
            </a:extLst>
          </p:cNvPr>
          <p:cNvPicPr preferRelativeResize="0"/>
          <p:nvPr/>
        </p:nvPicPr>
        <p:blipFill rotWithShape="1">
          <a:blip r:embed="rId30">
            <a:alphaModFix/>
          </a:blip>
          <a:srcRect/>
          <a:stretch/>
        </p:blipFill>
        <p:spPr>
          <a:xfrm>
            <a:off x="14176031" y="3949535"/>
            <a:ext cx="719692" cy="634188"/>
          </a:xfrm>
          <a:prstGeom prst="rect">
            <a:avLst/>
          </a:prstGeom>
          <a:noFill/>
          <a:ln>
            <a:noFill/>
          </a:ln>
        </p:spPr>
      </p:pic>
      <p:sp>
        <p:nvSpPr>
          <p:cNvPr id="262" name="Google Shape;262;p13">
            <a:extLst>
              <a:ext uri="{FF2B5EF4-FFF2-40B4-BE49-F238E27FC236}">
                <a16:creationId xmlns:a16="http://schemas.microsoft.com/office/drawing/2014/main" id="{07070C0B-3672-C182-BBBE-52C6B32A4290}"/>
              </a:ext>
            </a:extLst>
          </p:cNvPr>
          <p:cNvSpPr/>
          <p:nvPr/>
        </p:nvSpPr>
        <p:spPr>
          <a:xfrm>
            <a:off x="4502223" y="4734527"/>
            <a:ext cx="10443924" cy="3560010"/>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13">
            <a:extLst>
              <a:ext uri="{FF2B5EF4-FFF2-40B4-BE49-F238E27FC236}">
                <a16:creationId xmlns:a16="http://schemas.microsoft.com/office/drawing/2014/main" id="{2CC70D60-029D-408E-CCA1-0B459EE48455}"/>
              </a:ext>
            </a:extLst>
          </p:cNvPr>
          <p:cNvSpPr txBox="1"/>
          <p:nvPr/>
        </p:nvSpPr>
        <p:spPr>
          <a:xfrm>
            <a:off x="4433116" y="4754182"/>
            <a:ext cx="6713700" cy="4014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加速度センサ１つで　　　　　　　　を変える</a:t>
            </a:r>
            <a:endParaRPr sz="1800" b="1" i="0" u="none" strike="noStrike" cap="none">
              <a:solidFill>
                <a:srgbClr val="000000"/>
              </a:solidFill>
              <a:latin typeface="Meiryo"/>
              <a:ea typeface="Meiryo"/>
              <a:cs typeface="Meiryo"/>
              <a:sym typeface="Meiryo"/>
            </a:endParaRPr>
          </a:p>
        </p:txBody>
      </p:sp>
      <p:cxnSp>
        <p:nvCxnSpPr>
          <p:cNvPr id="264" name="Google Shape;264;p13">
            <a:extLst>
              <a:ext uri="{FF2B5EF4-FFF2-40B4-BE49-F238E27FC236}">
                <a16:creationId xmlns:a16="http://schemas.microsoft.com/office/drawing/2014/main" id="{433CE681-9245-7317-60F8-E7304FA5E000}"/>
              </a:ext>
            </a:extLst>
          </p:cNvPr>
          <p:cNvCxnSpPr/>
          <p:nvPr/>
        </p:nvCxnSpPr>
        <p:spPr>
          <a:xfrm rot="10800000" flipH="1">
            <a:off x="4489042" y="5066925"/>
            <a:ext cx="10444919" cy="21403"/>
          </a:xfrm>
          <a:prstGeom prst="straightConnector1">
            <a:avLst/>
          </a:prstGeom>
          <a:noFill/>
          <a:ln w="19050" cap="flat" cmpd="sng">
            <a:solidFill>
              <a:srgbClr val="262626"/>
            </a:solidFill>
            <a:prstDash val="dot"/>
            <a:round/>
            <a:headEnd type="none" w="sm" len="sm"/>
            <a:tailEnd type="none" w="sm" len="sm"/>
          </a:ln>
        </p:spPr>
      </p:cxnSp>
      <p:sp>
        <p:nvSpPr>
          <p:cNvPr id="265" name="Google Shape;265;p13">
            <a:extLst>
              <a:ext uri="{FF2B5EF4-FFF2-40B4-BE49-F238E27FC236}">
                <a16:creationId xmlns:a16="http://schemas.microsoft.com/office/drawing/2014/main" id="{ADDCDF77-0D57-3750-1AD3-313EF3F4B510}"/>
              </a:ext>
            </a:extLst>
          </p:cNvPr>
          <p:cNvSpPr txBox="1"/>
          <p:nvPr/>
        </p:nvSpPr>
        <p:spPr>
          <a:xfrm>
            <a:off x="4451416" y="5032130"/>
            <a:ext cx="3862800" cy="3370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目的</a:t>
            </a:r>
            <a:r>
              <a:rPr lang="ja-JP" sz="900">
                <a:latin typeface="Meiryo"/>
                <a:ea typeface="Meiryo"/>
                <a:cs typeface="Meiryo"/>
                <a:sym typeface="Meiryo"/>
              </a:rPr>
              <a:t>　　　</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以前は、ラインアウトをしないためにモーターの回転数を落としていましたが、モーターの回転数を変化させても速度がかわるわけではなく、加速を続けてしまいます。そのため、ライン付近でのロボットの速度をラインアウトしないようにし、コート中心では最高速度をだすことができればラインアウトをしないようスピードもでるロボットができ　ると考えました。</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加速度制御</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３軸加速度センサででたｘ軸、ｙ軸の値</a:t>
            </a:r>
            <a:r>
              <a:rPr lang="ja-JP" sz="900">
                <a:latin typeface="Meiryo"/>
                <a:ea typeface="Meiryo"/>
                <a:cs typeface="Meiryo"/>
                <a:sym typeface="Meiryo"/>
              </a:rPr>
              <a:t>をだし、</a:t>
            </a:r>
            <a:r>
              <a:rPr lang="ja-JP" sz="900" b="0" i="0" u="none" strike="noStrike" cap="none">
                <a:solidFill>
                  <a:srgbClr val="000000"/>
                </a:solidFill>
                <a:latin typeface="Meiryo"/>
                <a:ea typeface="Meiryo"/>
                <a:cs typeface="Meiryo"/>
                <a:sym typeface="Meiryo"/>
              </a:rPr>
              <a:t>そ</a:t>
            </a:r>
            <a:r>
              <a:rPr lang="ja-JP" sz="900">
                <a:latin typeface="Meiryo"/>
                <a:ea typeface="Meiryo"/>
                <a:cs typeface="Meiryo"/>
                <a:sym typeface="Meiryo"/>
              </a:rPr>
              <a:t>の値</a:t>
            </a:r>
            <a:r>
              <a:rPr lang="ja-JP" sz="900" b="0" i="0" u="none" strike="noStrike" cap="none">
                <a:solidFill>
                  <a:srgbClr val="000000"/>
                </a:solidFill>
                <a:latin typeface="Meiryo"/>
                <a:ea typeface="Meiryo"/>
                <a:cs typeface="Meiryo"/>
                <a:sym typeface="Meiryo"/>
              </a:rPr>
              <a:t>を三平方の定理で合成しました。</a:t>
            </a:r>
            <a:r>
              <a:rPr lang="ja-JP" sz="900" b="0" i="0" u="none" strike="noStrike" cap="none">
                <a:solidFill>
                  <a:schemeClr val="dk1"/>
                </a:solidFill>
                <a:latin typeface="Meiryo"/>
                <a:ea typeface="Meiryo"/>
                <a:cs typeface="Meiryo"/>
                <a:sym typeface="Meiryo"/>
              </a:rPr>
              <a:t>その合成した値</a:t>
            </a:r>
            <a:r>
              <a:rPr lang="ja-JP" sz="900">
                <a:solidFill>
                  <a:schemeClr val="dk1"/>
                </a:solidFill>
                <a:latin typeface="Meiryo"/>
                <a:ea typeface="Meiryo"/>
                <a:cs typeface="Meiryo"/>
                <a:sym typeface="Meiryo"/>
              </a:rPr>
              <a:t>を積分して</a:t>
            </a:r>
            <a:r>
              <a:rPr lang="ja-JP" sz="900" b="0" i="0" u="none" strike="noStrike" cap="none">
                <a:solidFill>
                  <a:schemeClr val="dk1"/>
                </a:solidFill>
                <a:latin typeface="Meiryo"/>
                <a:ea typeface="Meiryo"/>
                <a:cs typeface="Meiryo"/>
                <a:sym typeface="Meiryo"/>
              </a:rPr>
              <a:t>速度</a:t>
            </a:r>
            <a:r>
              <a:rPr lang="ja-JP" sz="900">
                <a:solidFill>
                  <a:schemeClr val="dk1"/>
                </a:solidFill>
                <a:latin typeface="Meiryo"/>
                <a:ea typeface="Meiryo"/>
                <a:cs typeface="Meiryo"/>
                <a:sym typeface="Meiryo"/>
              </a:rPr>
              <a:t>をだします。</a:t>
            </a:r>
            <a:r>
              <a:rPr lang="ja-JP" sz="900" b="0" i="0" u="none" strike="noStrike" cap="none">
                <a:solidFill>
                  <a:schemeClr val="dk1"/>
                </a:solidFill>
                <a:latin typeface="Meiryo"/>
                <a:ea typeface="Meiryo"/>
                <a:cs typeface="Meiryo"/>
                <a:sym typeface="Meiryo"/>
              </a:rPr>
              <a:t>速度の基準</a:t>
            </a:r>
            <a:r>
              <a:rPr lang="ja-JP" sz="900">
                <a:solidFill>
                  <a:schemeClr val="dk1"/>
                </a:solidFill>
                <a:latin typeface="Meiryo"/>
                <a:ea typeface="Meiryo"/>
                <a:cs typeface="Meiryo"/>
                <a:sym typeface="Meiryo"/>
              </a:rPr>
              <a:t>を自分で決め、積分してでた速度が</a:t>
            </a:r>
            <a:r>
              <a:rPr lang="ja-JP" sz="900" b="0" i="0" u="none" strike="noStrike" cap="none">
                <a:solidFill>
                  <a:schemeClr val="dk1"/>
                </a:solidFill>
                <a:latin typeface="Meiryo"/>
                <a:ea typeface="Meiryo"/>
                <a:cs typeface="Meiryo"/>
                <a:sym typeface="Meiryo"/>
              </a:rPr>
              <a:t>下回る</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場合はモーターの回転数をあげ、逆に上回る</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場合はモーター回転数をさげればよいと考え</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chemeClr val="dk1"/>
                </a:solidFill>
                <a:latin typeface="Meiryo"/>
                <a:ea typeface="Meiryo"/>
                <a:cs typeface="Meiryo"/>
                <a:sym typeface="Meiryo"/>
              </a:rPr>
              <a:t>ました。</a:t>
            </a:r>
            <a:r>
              <a:rPr lang="ja-JP" sz="900" b="0" i="0" u="none" strike="noStrike" cap="none">
                <a:solidFill>
                  <a:srgbClr val="000000"/>
                </a:solidFill>
                <a:latin typeface="Meiryo"/>
                <a:ea typeface="Meiryo"/>
                <a:cs typeface="Meiryo"/>
                <a:sym typeface="Meiryo"/>
              </a:rPr>
              <a:t>そして、その考えが本当に成り立ち、</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ラインアウトを防げるのか検証</a:t>
            </a:r>
            <a:r>
              <a:rPr lang="ja-JP" sz="900">
                <a:latin typeface="Meiryo"/>
                <a:ea typeface="Meiryo"/>
                <a:cs typeface="Meiryo"/>
                <a:sym typeface="Meiryo"/>
              </a:rPr>
              <a:t>することにしました</a:t>
            </a:r>
            <a:r>
              <a:rPr lang="ja-JP" sz="900" b="0" i="0" u="none" strike="noStrike" cap="none">
                <a:solidFill>
                  <a:srgbClr val="000000"/>
                </a:solidFill>
                <a:latin typeface="Meiryo"/>
                <a:ea typeface="Meiryo"/>
                <a:cs typeface="Meiryo"/>
                <a:sym typeface="Meiryo"/>
              </a:rPr>
              <a:t>。</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1" u="sng">
                <a:latin typeface="Meiryo"/>
                <a:ea typeface="Meiryo"/>
                <a:cs typeface="Meiryo"/>
                <a:sym typeface="Meiryo"/>
              </a:rPr>
              <a:t>検証内容</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 </a:t>
            </a:r>
            <a:r>
              <a:rPr lang="ja-JP" sz="900" b="0" i="0" u="none" strike="noStrike" cap="none">
                <a:solidFill>
                  <a:srgbClr val="000000"/>
                </a:solidFill>
                <a:latin typeface="Meiryo"/>
                <a:ea typeface="Meiryo"/>
                <a:cs typeface="Meiryo"/>
                <a:sym typeface="Meiryo"/>
              </a:rPr>
              <a:t>記録タイマーを使</a:t>
            </a:r>
            <a:r>
              <a:rPr lang="ja-JP" sz="900">
                <a:latin typeface="Meiryo"/>
                <a:ea typeface="Meiryo"/>
                <a:cs typeface="Meiryo"/>
                <a:sym typeface="Meiryo"/>
              </a:rPr>
              <a:t>い、テープをロボットにつけて</a:t>
            </a:r>
            <a:r>
              <a:rPr lang="ja-JP" sz="900" b="0" i="0" u="none" strike="noStrike" cap="none">
                <a:solidFill>
                  <a:srgbClr val="000000"/>
                </a:solidFill>
                <a:latin typeface="Meiryo"/>
                <a:ea typeface="Meiryo"/>
                <a:cs typeface="Meiryo"/>
                <a:sym typeface="Meiryo"/>
              </a:rPr>
              <a:t>走らせ</a:t>
            </a:r>
            <a:r>
              <a:rPr lang="ja-JP" sz="900">
                <a:latin typeface="Meiryo"/>
                <a:ea typeface="Meiryo"/>
                <a:cs typeface="Meiryo"/>
                <a:sym typeface="Meiryo"/>
              </a:rPr>
              <a:t>記録をとり</a:t>
            </a:r>
            <a:r>
              <a:rPr lang="ja-JP" sz="900" b="0" i="0" u="none" strike="noStrike" cap="none">
                <a:solidFill>
                  <a:srgbClr val="000000"/>
                </a:solidFill>
                <a:latin typeface="Meiryo"/>
                <a:ea typeface="Meiryo"/>
                <a:cs typeface="Meiryo"/>
                <a:sym typeface="Meiryo"/>
              </a:rPr>
              <a:t>その時の速</a:t>
            </a:r>
            <a:r>
              <a:rPr lang="ja-JP" sz="900">
                <a:latin typeface="Meiryo"/>
                <a:ea typeface="Meiryo"/>
                <a:cs typeface="Meiryo"/>
                <a:sym typeface="Meiryo"/>
              </a:rPr>
              <a:t>度</a:t>
            </a:r>
            <a:r>
              <a:rPr lang="ja-JP" sz="900" b="0" i="0" u="none" strike="noStrike" cap="none">
                <a:solidFill>
                  <a:srgbClr val="000000"/>
                </a:solidFill>
                <a:latin typeface="Meiryo"/>
                <a:ea typeface="Meiryo"/>
                <a:cs typeface="Meiryo"/>
                <a:sym typeface="Meiryo"/>
              </a:rPr>
              <a:t>を</a:t>
            </a:r>
            <a:r>
              <a:rPr lang="ja-JP" sz="900">
                <a:latin typeface="Meiryo"/>
                <a:ea typeface="Meiryo"/>
                <a:cs typeface="Meiryo"/>
                <a:sym typeface="Meiryo"/>
              </a:rPr>
              <a:t>測定します</a:t>
            </a:r>
            <a:r>
              <a:rPr lang="ja-JP" sz="900" b="0" i="0" u="none" strike="noStrike" cap="none">
                <a:solidFill>
                  <a:srgbClr val="000000"/>
                </a:solidFill>
                <a:latin typeface="Meiryo"/>
                <a:ea typeface="Meiryo"/>
                <a:cs typeface="Meiryo"/>
                <a:sym typeface="Meiryo"/>
              </a:rPr>
              <a:t>。</a:t>
            </a:r>
            <a:endParaRPr sz="900" b="1" u="sng">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①</a:t>
            </a:r>
            <a:r>
              <a:rPr lang="ja-JP" sz="900">
                <a:solidFill>
                  <a:schemeClr val="dk1"/>
                </a:solidFill>
                <a:latin typeface="Meiryo"/>
                <a:ea typeface="Meiryo"/>
                <a:cs typeface="Meiryo"/>
                <a:sym typeface="Meiryo"/>
              </a:rPr>
              <a:t>ロボットを停止した状態から走らせ加速度制御が稼働しているか調べる</a:t>
            </a:r>
            <a:r>
              <a:rPr lang="ja-JP" sz="900" b="0" i="0" u="none" strike="noStrike" cap="none">
                <a:solidFill>
                  <a:schemeClr val="dk1"/>
                </a:solidFill>
                <a:latin typeface="Meiryo"/>
                <a:ea typeface="Meiryo"/>
                <a:cs typeface="Meiryo"/>
                <a:sym typeface="Meiryo"/>
              </a:rPr>
              <a:t>。</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②</a:t>
            </a:r>
            <a:r>
              <a:rPr lang="ja-JP" sz="900">
                <a:solidFill>
                  <a:schemeClr val="dk1"/>
                </a:solidFill>
                <a:latin typeface="Meiryo"/>
                <a:ea typeface="Meiryo"/>
                <a:cs typeface="Meiryo"/>
                <a:sym typeface="Meiryo"/>
              </a:rPr>
              <a:t>数秒走らせ、ある一定の秒数がたつと速度の基準を下げ、どうなるか調べましる。</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None/>
            </a:pPr>
            <a:r>
              <a:rPr lang="ja-JP" sz="900">
                <a:solidFill>
                  <a:schemeClr val="dk1"/>
                </a:solidFill>
                <a:latin typeface="Meiryo"/>
                <a:ea typeface="Meiryo"/>
                <a:cs typeface="Meiryo"/>
                <a:sym typeface="Meiryo"/>
              </a:rPr>
              <a:t>③これらをもとに加速度制御を行いライン制御をできるようにする。</a:t>
            </a:r>
            <a:endParaRPr sz="900">
              <a:solidFill>
                <a:schemeClr val="dk1"/>
              </a:solidFill>
              <a:latin typeface="Meiryo"/>
              <a:ea typeface="Meiryo"/>
              <a:cs typeface="Meiryo"/>
              <a:sym typeface="Meiryo"/>
            </a:endParaRPr>
          </a:p>
        </p:txBody>
      </p:sp>
      <p:cxnSp>
        <p:nvCxnSpPr>
          <p:cNvPr id="266" name="Google Shape;266;p13">
            <a:extLst>
              <a:ext uri="{FF2B5EF4-FFF2-40B4-BE49-F238E27FC236}">
                <a16:creationId xmlns:a16="http://schemas.microsoft.com/office/drawing/2014/main" id="{EB756EEC-CD0A-12D8-9B5F-FC23362E0422}"/>
              </a:ext>
            </a:extLst>
          </p:cNvPr>
          <p:cNvCxnSpPr/>
          <p:nvPr/>
        </p:nvCxnSpPr>
        <p:spPr>
          <a:xfrm flipH="1">
            <a:off x="8236183" y="5092827"/>
            <a:ext cx="9119" cy="3177661"/>
          </a:xfrm>
          <a:prstGeom prst="straightConnector1">
            <a:avLst/>
          </a:prstGeom>
          <a:noFill/>
          <a:ln w="19050" cap="flat" cmpd="sng">
            <a:solidFill>
              <a:srgbClr val="262626"/>
            </a:solidFill>
            <a:prstDash val="dot"/>
            <a:round/>
            <a:headEnd type="none" w="sm" len="sm"/>
            <a:tailEnd type="none" w="sm" len="sm"/>
          </a:ln>
        </p:spPr>
      </p:cxnSp>
      <p:cxnSp>
        <p:nvCxnSpPr>
          <p:cNvPr id="267" name="Google Shape;267;p13">
            <a:extLst>
              <a:ext uri="{FF2B5EF4-FFF2-40B4-BE49-F238E27FC236}">
                <a16:creationId xmlns:a16="http://schemas.microsoft.com/office/drawing/2014/main" id="{906B6277-A73A-E03B-2E33-D24858487FEE}"/>
              </a:ext>
            </a:extLst>
          </p:cNvPr>
          <p:cNvCxnSpPr/>
          <p:nvPr/>
        </p:nvCxnSpPr>
        <p:spPr>
          <a:xfrm>
            <a:off x="12586274" y="5056556"/>
            <a:ext cx="0" cy="3196021"/>
          </a:xfrm>
          <a:prstGeom prst="straightConnector1">
            <a:avLst/>
          </a:prstGeom>
          <a:noFill/>
          <a:ln w="19050" cap="flat" cmpd="sng">
            <a:solidFill>
              <a:srgbClr val="262626"/>
            </a:solidFill>
            <a:prstDash val="dot"/>
            <a:round/>
            <a:headEnd type="none" w="sm" len="sm"/>
            <a:tailEnd type="none" w="sm" len="sm"/>
          </a:ln>
        </p:spPr>
      </p:cxnSp>
      <p:pic>
        <p:nvPicPr>
          <p:cNvPr id="268" name="Google Shape;268;p13">
            <a:extLst>
              <a:ext uri="{FF2B5EF4-FFF2-40B4-BE49-F238E27FC236}">
                <a16:creationId xmlns:a16="http://schemas.microsoft.com/office/drawing/2014/main" id="{7C4D51D4-5B34-6CA6-6549-633AF9E55087}"/>
              </a:ext>
            </a:extLst>
          </p:cNvPr>
          <p:cNvPicPr preferRelativeResize="0"/>
          <p:nvPr/>
        </p:nvPicPr>
        <p:blipFill rotWithShape="1">
          <a:blip r:embed="rId31">
            <a:alphaModFix/>
          </a:blip>
          <a:srcRect/>
          <a:stretch/>
        </p:blipFill>
        <p:spPr>
          <a:xfrm>
            <a:off x="6788336" y="6477890"/>
            <a:ext cx="1425901" cy="494100"/>
          </a:xfrm>
          <a:prstGeom prst="rect">
            <a:avLst/>
          </a:prstGeom>
          <a:noFill/>
          <a:ln>
            <a:noFill/>
          </a:ln>
        </p:spPr>
      </p:pic>
      <p:sp>
        <p:nvSpPr>
          <p:cNvPr id="269" name="Google Shape;269;p13">
            <a:extLst>
              <a:ext uri="{FF2B5EF4-FFF2-40B4-BE49-F238E27FC236}">
                <a16:creationId xmlns:a16="http://schemas.microsoft.com/office/drawing/2014/main" id="{DA085943-CB9B-E1A6-0A1D-BD34AF430511}"/>
              </a:ext>
            </a:extLst>
          </p:cNvPr>
          <p:cNvSpPr txBox="1"/>
          <p:nvPr/>
        </p:nvSpPr>
        <p:spPr>
          <a:xfrm>
            <a:off x="8192291" y="5032324"/>
            <a:ext cx="45228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①ロボットを停止した状態から走らせ加速度制御をしたときと加速度制御をしていないときの速度と時間のグラフをくらべます。</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　グラフを見ると、制御あ</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りの方（左のグラフ）は、</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速度が一定で、なしの方</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（右のグラフ）は速度が上</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がり続けていることがわか</a:t>
            </a:r>
            <a:endParaRPr sz="900">
              <a:solidFill>
                <a:schemeClr val="dk1"/>
              </a:solidFill>
              <a:latin typeface="Meiryo"/>
              <a:ea typeface="Meiryo"/>
              <a:cs typeface="Meiryo"/>
              <a:sym typeface="Meiryo"/>
            </a:endParaRPr>
          </a:p>
          <a:p>
            <a:pPr marL="0" lvl="0" indent="0" algn="l" rtl="0">
              <a:spcBef>
                <a:spcPts val="0"/>
              </a:spcBef>
              <a:spcAft>
                <a:spcPts val="0"/>
              </a:spcAft>
              <a:buClr>
                <a:schemeClr val="dk1"/>
              </a:buClr>
              <a:buFont typeface="Arial"/>
              <a:buNone/>
            </a:pPr>
            <a:r>
              <a:rPr lang="ja-JP" sz="900">
                <a:solidFill>
                  <a:schemeClr val="dk1"/>
                </a:solidFill>
                <a:latin typeface="Meiryo"/>
                <a:ea typeface="Meiryo"/>
                <a:cs typeface="Meiryo"/>
                <a:sym typeface="Meiryo"/>
              </a:rPr>
              <a:t>ります。</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endParaRPr sz="900">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latin typeface="Meiryo"/>
                <a:ea typeface="Meiryo"/>
                <a:cs typeface="Meiryo"/>
                <a:sym typeface="Meiryo"/>
              </a:rPr>
              <a:t>②ロボットを</a:t>
            </a:r>
            <a:r>
              <a:rPr lang="ja-JP" sz="900">
                <a:solidFill>
                  <a:schemeClr val="dk1"/>
                </a:solidFill>
                <a:latin typeface="Meiryo"/>
                <a:ea typeface="Meiryo"/>
                <a:cs typeface="Meiryo"/>
                <a:sym typeface="Meiryo"/>
              </a:rPr>
              <a:t>数秒走らせ、加速度制御を使いある一定の秒数がたつと速度の基準を下げた場合と、加速度制御なしである一定の秒数がたつとモーターの回転数を下げた場合をそれぞれ速度と時間のグラフで比べます。</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グラフから、制御ありの方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が速度一定になってから変</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化し始めており、なしの方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は、速度が上がり続けて変</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化し始めていることがわか</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ります。また、変化</a:t>
            </a:r>
            <a:r>
              <a:rPr lang="ja-JP" sz="900">
                <a:solidFill>
                  <a:schemeClr val="dk1"/>
                </a:solidFill>
                <a:latin typeface="Meiryo"/>
                <a:ea typeface="Meiryo"/>
                <a:cs typeface="Meiryo"/>
                <a:sym typeface="Meiryo"/>
              </a:rPr>
              <a:t>の</a:t>
            </a:r>
            <a:r>
              <a:rPr lang="ja-JP" sz="900" b="0" i="0" u="none" strike="noStrike" cap="none">
                <a:solidFill>
                  <a:schemeClr val="dk1"/>
                </a:solidFill>
                <a:latin typeface="Meiryo"/>
                <a:ea typeface="Meiryo"/>
                <a:cs typeface="Meiryo"/>
                <a:sym typeface="Meiryo"/>
              </a:rPr>
              <a:t>仕方</a:t>
            </a:r>
            <a:endParaRPr sz="9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はあり</a:t>
            </a:r>
            <a:r>
              <a:rPr lang="ja-JP" sz="900">
                <a:solidFill>
                  <a:schemeClr val="dk1"/>
                </a:solidFill>
                <a:latin typeface="Meiryo"/>
                <a:ea typeface="Meiryo"/>
                <a:cs typeface="Meiryo"/>
                <a:sym typeface="Meiryo"/>
              </a:rPr>
              <a:t>（緑）</a:t>
            </a:r>
            <a:r>
              <a:rPr lang="ja-JP" sz="900" b="0" i="0" u="none" strike="noStrike" cap="none">
                <a:solidFill>
                  <a:schemeClr val="dk1"/>
                </a:solidFill>
                <a:latin typeface="Meiryo"/>
                <a:ea typeface="Meiryo"/>
                <a:cs typeface="Meiryo"/>
                <a:sym typeface="Meiryo"/>
              </a:rPr>
              <a:t>となし</a:t>
            </a:r>
            <a:r>
              <a:rPr lang="ja-JP" sz="900">
                <a:solidFill>
                  <a:schemeClr val="dk1"/>
                </a:solidFill>
                <a:latin typeface="Meiryo"/>
                <a:ea typeface="Meiryo"/>
                <a:cs typeface="Meiryo"/>
                <a:sym typeface="Meiryo"/>
              </a:rPr>
              <a:t>（オレ</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solidFill>
                  <a:schemeClr val="dk1"/>
                </a:solidFill>
                <a:latin typeface="Meiryo"/>
                <a:ea typeface="Meiryo"/>
                <a:cs typeface="Meiryo"/>
                <a:sym typeface="Meiryo"/>
              </a:rPr>
              <a:t>ンジ）</a:t>
            </a:r>
            <a:r>
              <a:rPr lang="ja-JP" sz="900" b="0" i="0" u="none" strike="noStrike" cap="none">
                <a:solidFill>
                  <a:schemeClr val="dk1"/>
                </a:solidFill>
                <a:latin typeface="Meiryo"/>
                <a:ea typeface="Meiryo"/>
                <a:cs typeface="Meiryo"/>
                <a:sym typeface="Meiryo"/>
              </a:rPr>
              <a:t>を比べると、ありのほうが傾きが急であることがわかりました。</a:t>
            </a:r>
            <a:endParaRPr sz="900">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a:solidFill>
                  <a:schemeClr val="dk1"/>
                </a:solidFill>
                <a:latin typeface="Meiryo"/>
                <a:ea typeface="Meiryo"/>
                <a:cs typeface="Meiryo"/>
                <a:sym typeface="Meiryo"/>
              </a:rPr>
              <a:t>⇒</a:t>
            </a:r>
            <a:r>
              <a:rPr lang="ja-JP" sz="900" b="0" i="0" u="none" strike="noStrike" cap="none">
                <a:solidFill>
                  <a:schemeClr val="dk1"/>
                </a:solidFill>
                <a:latin typeface="Meiryo"/>
                <a:ea typeface="Meiryo"/>
                <a:cs typeface="Meiryo"/>
                <a:sym typeface="Meiryo"/>
              </a:rPr>
              <a:t>これらの事から、制御を行うとどれも速度が一定になり、速度を落とす</a:t>
            </a:r>
            <a:r>
              <a:rPr lang="ja-JP" sz="900">
                <a:solidFill>
                  <a:schemeClr val="dk1"/>
                </a:solidFill>
                <a:latin typeface="Meiryo"/>
                <a:ea typeface="Meiryo"/>
                <a:cs typeface="Meiryo"/>
                <a:sym typeface="Meiryo"/>
              </a:rPr>
              <a:t>とき加速度制御を使用しているほうが</a:t>
            </a:r>
            <a:r>
              <a:rPr lang="ja-JP" sz="900" b="0" i="0" u="none" strike="noStrike" cap="none">
                <a:solidFill>
                  <a:schemeClr val="dk1"/>
                </a:solidFill>
                <a:latin typeface="Meiryo"/>
                <a:ea typeface="Meiryo"/>
                <a:cs typeface="Meiryo"/>
                <a:sym typeface="Meiryo"/>
              </a:rPr>
              <a:t>傾きが急になっていることがわかりました。</a:t>
            </a:r>
            <a:endParaRPr sz="900" b="0" i="0" u="none" strike="noStrike" cap="none">
              <a:solidFill>
                <a:srgbClr val="000000"/>
              </a:solidFill>
              <a:latin typeface="Meiryo"/>
              <a:ea typeface="Meiryo"/>
              <a:cs typeface="Meiryo"/>
              <a:sym typeface="Meiryo"/>
            </a:endParaRPr>
          </a:p>
        </p:txBody>
      </p:sp>
      <p:sp>
        <p:nvSpPr>
          <p:cNvPr id="270" name="Google Shape;270;p13" descr="OKL-T/6-W12N-C使用 最大6A 小型高効率DCDCコンバーター可変電源キット(降圧)">
            <a:extLst>
              <a:ext uri="{FF2B5EF4-FFF2-40B4-BE49-F238E27FC236}">
                <a16:creationId xmlns:a16="http://schemas.microsoft.com/office/drawing/2014/main" id="{FB3C54C7-FD0A-9E73-63CD-C8DBCEFFC8BA}"/>
              </a:ext>
            </a:extLst>
          </p:cNvPr>
          <p:cNvSpPr/>
          <p:nvPr/>
        </p:nvSpPr>
        <p:spPr>
          <a:xfrm>
            <a:off x="7892044" y="4664685"/>
            <a:ext cx="45600" cy="4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1" name="Google Shape;271;p13">
            <a:extLst>
              <a:ext uri="{FF2B5EF4-FFF2-40B4-BE49-F238E27FC236}">
                <a16:creationId xmlns:a16="http://schemas.microsoft.com/office/drawing/2014/main" id="{26953445-A8EF-064F-9EA6-191BE6A09FBC}"/>
              </a:ext>
            </a:extLst>
          </p:cNvPr>
          <p:cNvPicPr preferRelativeResize="0"/>
          <p:nvPr/>
        </p:nvPicPr>
        <p:blipFill rotWithShape="1">
          <a:blip r:embed="rId32">
            <a:alphaModFix/>
          </a:blip>
          <a:srcRect/>
          <a:stretch/>
        </p:blipFill>
        <p:spPr>
          <a:xfrm>
            <a:off x="11170413" y="5438350"/>
            <a:ext cx="1391400" cy="873364"/>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pic>
        <p:nvPicPr>
          <p:cNvPr id="272" name="Google Shape;272;p13">
            <a:extLst>
              <a:ext uri="{FF2B5EF4-FFF2-40B4-BE49-F238E27FC236}">
                <a16:creationId xmlns:a16="http://schemas.microsoft.com/office/drawing/2014/main" id="{C7E69A6D-3FA4-35D3-51FA-3E851EA80C0B}"/>
              </a:ext>
            </a:extLst>
          </p:cNvPr>
          <p:cNvPicPr preferRelativeResize="0"/>
          <p:nvPr/>
        </p:nvPicPr>
        <p:blipFill rotWithShape="1">
          <a:blip r:embed="rId33">
            <a:alphaModFix/>
          </a:blip>
          <a:srcRect/>
          <a:stretch/>
        </p:blipFill>
        <p:spPr>
          <a:xfrm>
            <a:off x="9727438" y="5446600"/>
            <a:ext cx="1391400" cy="859726"/>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73" name="Google Shape;273;p13">
            <a:extLst>
              <a:ext uri="{FF2B5EF4-FFF2-40B4-BE49-F238E27FC236}">
                <a16:creationId xmlns:a16="http://schemas.microsoft.com/office/drawing/2014/main" id="{0917CBE5-2330-BAF3-8870-4A668E39BAEF}"/>
              </a:ext>
            </a:extLst>
          </p:cNvPr>
          <p:cNvSpPr txBox="1"/>
          <p:nvPr/>
        </p:nvSpPr>
        <p:spPr>
          <a:xfrm>
            <a:off x="6386679" y="4726303"/>
            <a:ext cx="2339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2400" b="1" i="0" u="none" strike="noStrike" cap="none">
                <a:solidFill>
                  <a:srgbClr val="FF0000"/>
                </a:solidFill>
                <a:latin typeface="Meiryo"/>
                <a:ea typeface="Meiryo"/>
                <a:cs typeface="Meiryo"/>
                <a:sym typeface="Meiryo"/>
              </a:rPr>
              <a:t>「</a:t>
            </a:r>
            <a:r>
              <a:rPr lang="ja-JP" sz="2400" b="1" i="0" u="none" strike="noStrike" cap="none">
                <a:solidFill>
                  <a:srgbClr val="000000"/>
                </a:solidFill>
                <a:latin typeface="Meiryo"/>
                <a:ea typeface="Meiryo"/>
                <a:cs typeface="Meiryo"/>
                <a:sym typeface="Meiryo"/>
              </a:rPr>
              <a:t>ライン制御</a:t>
            </a:r>
            <a:r>
              <a:rPr lang="ja-JP" sz="2400" b="1" i="0" u="none" strike="noStrike" cap="none">
                <a:solidFill>
                  <a:srgbClr val="FF0000"/>
                </a:solidFill>
                <a:latin typeface="Meiryo"/>
                <a:ea typeface="Meiryo"/>
                <a:cs typeface="Meiryo"/>
                <a:sym typeface="Meiryo"/>
              </a:rPr>
              <a:t>」</a:t>
            </a:r>
            <a:endParaRPr/>
          </a:p>
        </p:txBody>
      </p:sp>
      <p:sp>
        <p:nvSpPr>
          <p:cNvPr id="274" name="Google Shape;274;p13">
            <a:extLst>
              <a:ext uri="{FF2B5EF4-FFF2-40B4-BE49-F238E27FC236}">
                <a16:creationId xmlns:a16="http://schemas.microsoft.com/office/drawing/2014/main" id="{4D6C1AEA-52CD-DB52-A9C3-F71042CF3329}"/>
              </a:ext>
            </a:extLst>
          </p:cNvPr>
          <p:cNvSpPr/>
          <p:nvPr/>
        </p:nvSpPr>
        <p:spPr>
          <a:xfrm>
            <a:off x="4493463" y="8361586"/>
            <a:ext cx="4988051" cy="2240165"/>
          </a:xfrm>
          <a:prstGeom prst="roundRect">
            <a:avLst>
              <a:gd name="adj" fmla="val 2936"/>
            </a:avLst>
          </a:prstGeom>
          <a:solidFill>
            <a:srgbClr val="FFFFFF"/>
          </a:solidFill>
          <a:ln w="19050" cap="flat" cmpd="sng">
            <a:solidFill>
              <a:srgbClr val="1C3052"/>
            </a:solidFill>
            <a:prstDash val="solid"/>
            <a:miter lim="800000"/>
            <a:headEnd type="none" w="sm" len="sm"/>
            <a:tailEnd type="none" w="sm" len="sm"/>
          </a:ln>
        </p:spPr>
        <p:txBody>
          <a:bodyPr spcFirstLastPara="1" wrap="square" lIns="123100" tIns="61525" rIns="123100" bIns="615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000000"/>
              </a:solidFill>
              <a:latin typeface="Arial"/>
              <a:ea typeface="Arial"/>
              <a:cs typeface="Arial"/>
              <a:sym typeface="Arial"/>
            </a:endParaRPr>
          </a:p>
        </p:txBody>
      </p:sp>
      <p:cxnSp>
        <p:nvCxnSpPr>
          <p:cNvPr id="275" name="Google Shape;275;p13">
            <a:extLst>
              <a:ext uri="{FF2B5EF4-FFF2-40B4-BE49-F238E27FC236}">
                <a16:creationId xmlns:a16="http://schemas.microsoft.com/office/drawing/2014/main" id="{3DE28773-586B-7F62-8A3F-DCA7E7E3EE42}"/>
              </a:ext>
            </a:extLst>
          </p:cNvPr>
          <p:cNvCxnSpPr/>
          <p:nvPr/>
        </p:nvCxnSpPr>
        <p:spPr>
          <a:xfrm>
            <a:off x="4520602" y="8691595"/>
            <a:ext cx="4953367" cy="5969"/>
          </a:xfrm>
          <a:prstGeom prst="straightConnector1">
            <a:avLst/>
          </a:prstGeom>
          <a:noFill/>
          <a:ln w="19050" cap="flat" cmpd="sng">
            <a:solidFill>
              <a:srgbClr val="262626"/>
            </a:solidFill>
            <a:prstDash val="dot"/>
            <a:round/>
            <a:headEnd type="none" w="sm" len="sm"/>
            <a:tailEnd type="none" w="sm" len="sm"/>
          </a:ln>
        </p:spPr>
      </p:cxnSp>
      <p:sp>
        <p:nvSpPr>
          <p:cNvPr id="276" name="Google Shape;276;p13">
            <a:extLst>
              <a:ext uri="{FF2B5EF4-FFF2-40B4-BE49-F238E27FC236}">
                <a16:creationId xmlns:a16="http://schemas.microsoft.com/office/drawing/2014/main" id="{CFB29568-AAF4-3714-E800-AF18BDB20BBA}"/>
              </a:ext>
            </a:extLst>
          </p:cNvPr>
          <p:cNvSpPr txBox="1"/>
          <p:nvPr/>
        </p:nvSpPr>
        <p:spPr>
          <a:xfrm>
            <a:off x="4456239" y="8689326"/>
            <a:ext cx="5095500" cy="175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以前まで使用していたロボサイトモーター（旧モーターのグラフ）はスピードが遅かったため、トルクが大きく、大きさもコンパクトでブラシも焼けにくいジョンミンモーターを使用しようと思いました。そこで本当にジョンミンモーターを使用することで、スピードがあがっているのか記録テープを使用し検証することにしました。検証は、ロボサイトモーターとジョンミンモーター、両方にC-styleで同じ％、プログラムし一定の距離を前進させました。v＝速度（cm/s）、t＝時間(s)とし、検証したことを横軸がｔ、縦軸がｖになるグラフをつくり比較しました。グラフから、ロボサイト</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モーターよりジョンミンモーター</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のほうが速度が出ていることがわ</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かります。これらの理由から、</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ジョンミンモーターを使用するこ</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rgbClr val="000000"/>
                </a:solidFill>
                <a:latin typeface="Meiryo"/>
                <a:ea typeface="Meiryo"/>
                <a:cs typeface="Meiryo"/>
                <a:sym typeface="Meiryo"/>
              </a:rPr>
              <a:t>とにしました。</a:t>
            </a:r>
            <a:endParaRPr sz="1400" b="0" i="0" u="none" strike="noStrike" cap="none">
              <a:solidFill>
                <a:srgbClr val="000000"/>
              </a:solidFill>
              <a:latin typeface="Arial"/>
              <a:ea typeface="Arial"/>
              <a:cs typeface="Arial"/>
              <a:sym typeface="Arial"/>
            </a:endParaRPr>
          </a:p>
        </p:txBody>
      </p:sp>
      <p:pic>
        <p:nvPicPr>
          <p:cNvPr id="277" name="Google Shape;277;p13">
            <a:extLst>
              <a:ext uri="{FF2B5EF4-FFF2-40B4-BE49-F238E27FC236}">
                <a16:creationId xmlns:a16="http://schemas.microsoft.com/office/drawing/2014/main" id="{261C9252-6D49-3DC9-C79F-CDFF84F8CC67}"/>
              </a:ext>
            </a:extLst>
          </p:cNvPr>
          <p:cNvPicPr preferRelativeResize="0"/>
          <p:nvPr/>
        </p:nvPicPr>
        <p:blipFill rotWithShape="1">
          <a:blip r:embed="rId34">
            <a:alphaModFix/>
          </a:blip>
          <a:srcRect/>
          <a:stretch/>
        </p:blipFill>
        <p:spPr>
          <a:xfrm>
            <a:off x="6317557" y="9590426"/>
            <a:ext cx="1524699" cy="909071"/>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pic>
        <p:nvPicPr>
          <p:cNvPr id="278" name="Google Shape;278;p13">
            <a:extLst>
              <a:ext uri="{FF2B5EF4-FFF2-40B4-BE49-F238E27FC236}">
                <a16:creationId xmlns:a16="http://schemas.microsoft.com/office/drawing/2014/main" id="{606FC626-6FA7-D1D7-9AAB-5E906F581305}"/>
              </a:ext>
            </a:extLst>
          </p:cNvPr>
          <p:cNvPicPr preferRelativeResize="0"/>
          <p:nvPr/>
        </p:nvPicPr>
        <p:blipFill rotWithShape="1">
          <a:blip r:embed="rId35">
            <a:alphaModFix/>
          </a:blip>
          <a:srcRect/>
          <a:stretch/>
        </p:blipFill>
        <p:spPr>
          <a:xfrm>
            <a:off x="7908382" y="9579580"/>
            <a:ext cx="1458633" cy="930446"/>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79" name="Google Shape;279;p13">
            <a:extLst>
              <a:ext uri="{FF2B5EF4-FFF2-40B4-BE49-F238E27FC236}">
                <a16:creationId xmlns:a16="http://schemas.microsoft.com/office/drawing/2014/main" id="{92899D1E-F5B8-C5A2-2F7B-1BFA771C580E}"/>
              </a:ext>
            </a:extLst>
          </p:cNvPr>
          <p:cNvSpPr txBox="1"/>
          <p:nvPr/>
        </p:nvSpPr>
        <p:spPr>
          <a:xfrm>
            <a:off x="4424027" y="8354559"/>
            <a:ext cx="3073500" cy="432000"/>
          </a:xfrm>
          <a:prstGeom prst="rect">
            <a:avLst/>
          </a:prstGeom>
          <a:noFill/>
          <a:ln>
            <a:noFill/>
          </a:ln>
        </p:spPr>
        <p:txBody>
          <a:bodyPr spcFirstLastPara="1" wrap="square" lIns="123100" tIns="61525" rIns="123100" bIns="615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ja-JP" sz="1800" b="1" i="0" u="none" strike="noStrike" cap="none">
                <a:solidFill>
                  <a:srgbClr val="000000"/>
                </a:solidFill>
                <a:latin typeface="Meiryo"/>
                <a:ea typeface="Meiryo"/>
                <a:cs typeface="Meiryo"/>
                <a:sym typeface="Meiryo"/>
              </a:rPr>
              <a:t>モーターを変える「</a:t>
            </a:r>
            <a:r>
              <a:rPr lang="ja-JP" sz="2000" b="1" i="0" u="none" strike="noStrike" cap="none">
                <a:solidFill>
                  <a:srgbClr val="FF0000"/>
                </a:solidFill>
                <a:latin typeface="Meiryo"/>
                <a:ea typeface="Meiryo"/>
                <a:cs typeface="Meiryo"/>
                <a:sym typeface="Meiryo"/>
              </a:rPr>
              <a:t>意味</a:t>
            </a:r>
            <a:r>
              <a:rPr lang="ja-JP" sz="1800" b="1" i="0" u="none" strike="noStrike" cap="none">
                <a:solidFill>
                  <a:schemeClr val="dk1"/>
                </a:solidFill>
                <a:latin typeface="Meiryo"/>
                <a:ea typeface="Meiryo"/>
                <a:cs typeface="Meiryo"/>
                <a:sym typeface="Meiryo"/>
              </a:rPr>
              <a:t>」</a:t>
            </a:r>
            <a:endParaRPr sz="1700" b="1" i="0" u="none" strike="noStrike" cap="none">
              <a:solidFill>
                <a:schemeClr val="dk1"/>
              </a:solidFill>
              <a:latin typeface="Meiryo"/>
              <a:ea typeface="Meiryo"/>
              <a:cs typeface="Meiryo"/>
              <a:sym typeface="Meiryo"/>
            </a:endParaRPr>
          </a:p>
        </p:txBody>
      </p:sp>
      <p:pic>
        <p:nvPicPr>
          <p:cNvPr id="280" name="Google Shape;280;p13" descr="座る, コンピュータ が含まれている画像&#10;&#10;自動的に生成された説明">
            <a:extLst>
              <a:ext uri="{FF2B5EF4-FFF2-40B4-BE49-F238E27FC236}">
                <a16:creationId xmlns:a16="http://schemas.microsoft.com/office/drawing/2014/main" id="{182E9380-1620-859F-74FD-B8DFB79106C5}"/>
              </a:ext>
            </a:extLst>
          </p:cNvPr>
          <p:cNvPicPr preferRelativeResize="0"/>
          <p:nvPr/>
        </p:nvPicPr>
        <p:blipFill rotWithShape="1">
          <a:blip r:embed="rId36">
            <a:alphaModFix/>
          </a:blip>
          <a:srcRect l="48771" t="45875" r="33760" b="44590"/>
          <a:stretch/>
        </p:blipFill>
        <p:spPr>
          <a:xfrm>
            <a:off x="13753831" y="3017265"/>
            <a:ext cx="948326" cy="388195"/>
          </a:xfrm>
          <a:prstGeom prst="rect">
            <a:avLst/>
          </a:prstGeom>
          <a:noFill/>
          <a:ln>
            <a:noFill/>
          </a:ln>
        </p:spPr>
      </p:pic>
      <p:pic>
        <p:nvPicPr>
          <p:cNvPr id="281" name="Google Shape;281;p13" descr="テーブル, バイク, ベッド, エンジン が含まれている画像&#10;&#10;自動的に生成された説明">
            <a:extLst>
              <a:ext uri="{FF2B5EF4-FFF2-40B4-BE49-F238E27FC236}">
                <a16:creationId xmlns:a16="http://schemas.microsoft.com/office/drawing/2014/main" id="{DFE581D5-4A7D-8BF2-BDFC-2A6698BD4C68}"/>
              </a:ext>
            </a:extLst>
          </p:cNvPr>
          <p:cNvPicPr preferRelativeResize="0"/>
          <p:nvPr/>
        </p:nvPicPr>
        <p:blipFill rotWithShape="1">
          <a:blip r:embed="rId37">
            <a:alphaModFix/>
          </a:blip>
          <a:srcRect l="44584" t="34610" r="27019" b="30656"/>
          <a:stretch/>
        </p:blipFill>
        <p:spPr>
          <a:xfrm>
            <a:off x="11842388" y="2878839"/>
            <a:ext cx="641613" cy="588581"/>
          </a:xfrm>
          <a:prstGeom prst="rect">
            <a:avLst/>
          </a:prstGeom>
          <a:noFill/>
          <a:ln>
            <a:noFill/>
          </a:ln>
        </p:spPr>
      </p:pic>
      <p:sp>
        <p:nvSpPr>
          <p:cNvPr id="282" name="Google Shape;282;p13">
            <a:extLst>
              <a:ext uri="{FF2B5EF4-FFF2-40B4-BE49-F238E27FC236}">
                <a16:creationId xmlns:a16="http://schemas.microsoft.com/office/drawing/2014/main" id="{359C6161-D355-BFBD-7BBF-02253D677BB9}"/>
              </a:ext>
            </a:extLst>
          </p:cNvPr>
          <p:cNvSpPr/>
          <p:nvPr/>
        </p:nvSpPr>
        <p:spPr>
          <a:xfrm>
            <a:off x="3409642" y="5559588"/>
            <a:ext cx="877874" cy="858798"/>
          </a:xfrm>
          <a:prstGeom prst="rect">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ja-JP" sz="1400" b="0" i="0" u="none" strike="noStrike" cap="none">
                <a:solidFill>
                  <a:schemeClr val="lt1"/>
                </a:solidFill>
                <a:latin typeface="Arial"/>
                <a:ea typeface="Arial"/>
                <a:cs typeface="Arial"/>
                <a:sym typeface="Arial"/>
              </a:rPr>
              <a:t>カメラ</a:t>
            </a:r>
            <a:endParaRPr/>
          </a:p>
        </p:txBody>
      </p:sp>
      <p:pic>
        <p:nvPicPr>
          <p:cNvPr id="283" name="Google Shape;283;p13">
            <a:extLst>
              <a:ext uri="{FF2B5EF4-FFF2-40B4-BE49-F238E27FC236}">
                <a16:creationId xmlns:a16="http://schemas.microsoft.com/office/drawing/2014/main" id="{DC4816DB-997D-05FE-BD13-EB8C7AA5AED0}"/>
              </a:ext>
            </a:extLst>
          </p:cNvPr>
          <p:cNvPicPr preferRelativeResize="0"/>
          <p:nvPr/>
        </p:nvPicPr>
        <p:blipFill rotWithShape="1">
          <a:blip r:embed="rId38">
            <a:alphaModFix/>
          </a:blip>
          <a:srcRect/>
          <a:stretch/>
        </p:blipFill>
        <p:spPr>
          <a:xfrm>
            <a:off x="9671443" y="6780406"/>
            <a:ext cx="1434108" cy="896844"/>
          </a:xfrm>
          <a:prstGeom prst="rect">
            <a:avLst/>
          </a:prstGeom>
          <a:noFill/>
          <a:ln w="9525" cap="sq" cmpd="sng">
            <a:solidFill>
              <a:srgbClr val="000000"/>
            </a:solidFill>
            <a:prstDash val="solid"/>
            <a:miter lim="800000"/>
            <a:headEnd type="none" w="sm" len="sm"/>
            <a:tailEnd type="none" w="sm" len="sm"/>
          </a:ln>
          <a:effectLst>
            <a:outerShdw blurRad="57150" dist="50800" dir="2700000" algn="tl" rotWithShape="0">
              <a:srgbClr val="000000">
                <a:alpha val="0"/>
              </a:srgbClr>
            </a:outerShdw>
          </a:effectLst>
        </p:spPr>
      </p:pic>
      <p:sp>
        <p:nvSpPr>
          <p:cNvPr id="284" name="Google Shape;284;p13">
            <a:extLst>
              <a:ext uri="{FF2B5EF4-FFF2-40B4-BE49-F238E27FC236}">
                <a16:creationId xmlns:a16="http://schemas.microsoft.com/office/drawing/2014/main" id="{F33F5B48-7216-16F1-415E-8E9F2B10A641}"/>
              </a:ext>
            </a:extLst>
          </p:cNvPr>
          <p:cNvSpPr txBox="1"/>
          <p:nvPr/>
        </p:nvSpPr>
        <p:spPr>
          <a:xfrm>
            <a:off x="12532069" y="5135575"/>
            <a:ext cx="2501400" cy="72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0" i="0" u="none" strike="noStrike" cap="none">
                <a:solidFill>
                  <a:schemeClr val="dk1"/>
                </a:solidFill>
                <a:latin typeface="Meiryo"/>
                <a:ea typeface="Meiryo"/>
                <a:cs typeface="Meiryo"/>
                <a:sym typeface="Meiryo"/>
              </a:rPr>
              <a:t> </a:t>
            </a:r>
            <a:r>
              <a:rPr lang="ja-JP" sz="900">
                <a:solidFill>
                  <a:schemeClr val="dk1"/>
                </a:solidFill>
                <a:latin typeface="Meiryo"/>
                <a:ea typeface="Meiryo"/>
                <a:cs typeface="Meiryo"/>
                <a:sym typeface="Meiryo"/>
              </a:rPr>
              <a:t>③‐１,</a:t>
            </a:r>
            <a:r>
              <a:rPr lang="ja-JP" sz="900" b="0" i="0" u="none" strike="noStrike" cap="none">
                <a:solidFill>
                  <a:schemeClr val="dk1"/>
                </a:solidFill>
                <a:latin typeface="Meiryo"/>
                <a:ea typeface="Meiryo"/>
                <a:cs typeface="Meiryo"/>
                <a:sym typeface="Meiryo"/>
              </a:rPr>
              <a:t>加速度制御をした状態で、ラインを踏んだら、ブレーキをかけるプログラムをつくり、この時、ラインアウトをし壁に当たらない最高速度を見つ</a:t>
            </a:r>
            <a:r>
              <a:rPr lang="ja-JP" sz="900">
                <a:solidFill>
                  <a:schemeClr val="dk1"/>
                </a:solidFill>
                <a:latin typeface="Meiryo"/>
                <a:ea typeface="Meiryo"/>
                <a:cs typeface="Meiryo"/>
                <a:sym typeface="Meiryo"/>
              </a:rPr>
              <a:t>ける。</a:t>
            </a:r>
            <a:endParaRPr sz="900">
              <a:solidFill>
                <a:schemeClr val="dk1"/>
              </a:solidFill>
              <a:latin typeface="Meiryo"/>
              <a:ea typeface="Meiryo"/>
              <a:cs typeface="Meiryo"/>
              <a:sym typeface="Meiryo"/>
            </a:endParaRPr>
          </a:p>
        </p:txBody>
      </p:sp>
      <p:sp>
        <p:nvSpPr>
          <p:cNvPr id="285" name="Google Shape;285;p13">
            <a:extLst>
              <a:ext uri="{FF2B5EF4-FFF2-40B4-BE49-F238E27FC236}">
                <a16:creationId xmlns:a16="http://schemas.microsoft.com/office/drawing/2014/main" id="{5F198F22-9D6C-7282-D4A1-4605569EC18F}"/>
              </a:ext>
            </a:extLst>
          </p:cNvPr>
          <p:cNvSpPr txBox="1"/>
          <p:nvPr/>
        </p:nvSpPr>
        <p:spPr>
          <a:xfrm>
            <a:off x="12543556" y="6818205"/>
            <a:ext cx="2529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ja-JP" sz="900">
                <a:solidFill>
                  <a:schemeClr val="dk1"/>
                </a:solidFill>
                <a:latin typeface="Meiryo"/>
                <a:ea typeface="Meiryo"/>
                <a:cs typeface="Meiryo"/>
                <a:sym typeface="Meiryo"/>
              </a:rPr>
              <a:t>③‐２,</a:t>
            </a:r>
            <a:r>
              <a:rPr lang="ja-JP" sz="900" b="0" i="0" u="none" strike="noStrike" cap="none">
                <a:solidFill>
                  <a:schemeClr val="dk1"/>
                </a:solidFill>
                <a:latin typeface="Meiryo"/>
                <a:ea typeface="Meiryo"/>
                <a:cs typeface="Meiryo"/>
                <a:sym typeface="Meiryo"/>
              </a:rPr>
              <a:t>１の値がわかったので速度制御をした状態で、超音波センサを使い、ある値以下になったとき１の速度に変え、それ以外は最高速度をだすようにし、ラインを踏んだらブレーキをかけるプログラムをつくり、この時、ある値が最低値になる値を見つけることでライン付近では速度を落とし、中心では最高速度をだせるだけしないようにしたロボットをつくることができました。</a:t>
            </a:r>
            <a:endParaRPr sz="900" b="0" i="0" u="none" strike="noStrike" cap="none">
              <a:solidFill>
                <a:schemeClr val="dk1"/>
              </a:solidFill>
              <a:latin typeface="Arial"/>
              <a:ea typeface="Arial"/>
              <a:cs typeface="Arial"/>
              <a:sym typeface="Arial"/>
            </a:endParaRPr>
          </a:p>
        </p:txBody>
      </p:sp>
      <p:pic>
        <p:nvPicPr>
          <p:cNvPr id="286" name="Google Shape;286;p13">
            <a:extLst>
              <a:ext uri="{FF2B5EF4-FFF2-40B4-BE49-F238E27FC236}">
                <a16:creationId xmlns:a16="http://schemas.microsoft.com/office/drawing/2014/main" id="{BDFB641E-1120-02FA-4217-E6587F0F3847}"/>
              </a:ext>
            </a:extLst>
          </p:cNvPr>
          <p:cNvPicPr preferRelativeResize="0"/>
          <p:nvPr/>
        </p:nvPicPr>
        <p:blipFill rotWithShape="1">
          <a:blip r:embed="rId39">
            <a:alphaModFix/>
          </a:blip>
          <a:srcRect/>
          <a:stretch/>
        </p:blipFill>
        <p:spPr>
          <a:xfrm>
            <a:off x="11128850" y="6790075"/>
            <a:ext cx="1391399" cy="887375"/>
          </a:xfrm>
          <a:prstGeom prst="rect">
            <a:avLst/>
          </a:prstGeom>
          <a:solidFill>
            <a:srgbClr val="000000"/>
          </a:solidFill>
          <a:ln w="9525" cap="sq" cmpd="sng">
            <a:solidFill>
              <a:srgbClr val="000000"/>
            </a:solidFill>
            <a:prstDash val="solid"/>
            <a:miter lim="800000"/>
            <a:headEnd type="none" w="sm" len="sm"/>
            <a:tailEnd type="none" w="sm" len="sm"/>
          </a:ln>
          <a:effectLst>
            <a:outerShdw blurRad="254000" dist="190500" dir="2700000" sy="90000" algn="bl" rotWithShape="0">
              <a:srgbClr val="000000">
                <a:alpha val="0"/>
              </a:srgbClr>
            </a:outerShdw>
          </a:effectLst>
        </p:spPr>
      </p:pic>
      <p:pic>
        <p:nvPicPr>
          <p:cNvPr id="287" name="Google Shape;287;p13">
            <a:extLst>
              <a:ext uri="{FF2B5EF4-FFF2-40B4-BE49-F238E27FC236}">
                <a16:creationId xmlns:a16="http://schemas.microsoft.com/office/drawing/2014/main" id="{0D2DD205-80C3-5A52-C4C7-4BC38D90F74F}"/>
              </a:ext>
            </a:extLst>
          </p:cNvPr>
          <p:cNvPicPr preferRelativeResize="0"/>
          <p:nvPr/>
        </p:nvPicPr>
        <p:blipFill rotWithShape="1">
          <a:blip r:embed="rId40">
            <a:alphaModFix/>
          </a:blip>
          <a:srcRect/>
          <a:stretch/>
        </p:blipFill>
        <p:spPr>
          <a:xfrm>
            <a:off x="12047073" y="6997278"/>
            <a:ext cx="356800" cy="401400"/>
          </a:xfrm>
          <a:prstGeom prst="rect">
            <a:avLst/>
          </a:prstGeom>
          <a:noFill/>
          <a:ln>
            <a:noFill/>
          </a:ln>
        </p:spPr>
      </p:pic>
      <p:sp>
        <p:nvSpPr>
          <p:cNvPr id="288" name="Google Shape;288;p13">
            <a:extLst>
              <a:ext uri="{FF2B5EF4-FFF2-40B4-BE49-F238E27FC236}">
                <a16:creationId xmlns:a16="http://schemas.microsoft.com/office/drawing/2014/main" id="{9C5C394E-9E6F-2A38-9E05-84DEABAEB812}"/>
              </a:ext>
            </a:extLst>
          </p:cNvPr>
          <p:cNvSpPr txBox="1"/>
          <p:nvPr/>
        </p:nvSpPr>
        <p:spPr>
          <a:xfrm>
            <a:off x="12532050" y="5738450"/>
            <a:ext cx="24609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900">
                <a:latin typeface="Meiryo"/>
                <a:ea typeface="Meiryo"/>
                <a:cs typeface="Meiryo"/>
                <a:sym typeface="Meiryo"/>
              </a:rPr>
              <a:t>右の表のように</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速度の基準を変</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え、</a:t>
            </a:r>
            <a:r>
              <a:rPr lang="ja-JP" sz="900" b="0" i="0" u="none" strike="noStrike" cap="none">
                <a:solidFill>
                  <a:srgbClr val="000000"/>
                </a:solidFill>
                <a:latin typeface="Meiryo"/>
                <a:ea typeface="Meiryo"/>
                <a:cs typeface="Meiryo"/>
                <a:sym typeface="Meiryo"/>
              </a:rPr>
              <a:t>ラインを踏</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んだ時きれいに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止まることがで</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None/>
            </a:pPr>
            <a:r>
              <a:rPr lang="ja-JP" sz="900" b="0" i="0" u="none" strike="noStrike" cap="none">
                <a:solidFill>
                  <a:srgbClr val="000000"/>
                </a:solidFill>
                <a:latin typeface="Meiryo"/>
                <a:ea typeface="Meiryo"/>
                <a:cs typeface="Meiryo"/>
                <a:sym typeface="Meiryo"/>
              </a:rPr>
              <a:t>きる</a:t>
            </a:r>
            <a:r>
              <a:rPr lang="ja-JP" sz="900">
                <a:latin typeface="Meiryo"/>
                <a:ea typeface="Meiryo"/>
                <a:cs typeface="Meiryo"/>
                <a:sym typeface="Meiryo"/>
              </a:rPr>
              <a:t>かしらべま</a:t>
            </a:r>
            <a:endParaRPr sz="900">
              <a:latin typeface="Meiryo"/>
              <a:ea typeface="Meiryo"/>
              <a:cs typeface="Meiryo"/>
              <a:sym typeface="Meiryo"/>
            </a:endParaRPr>
          </a:p>
          <a:p>
            <a:pPr marL="0" marR="0" lvl="0" indent="0" algn="l" rtl="0">
              <a:lnSpc>
                <a:spcPct val="100000"/>
              </a:lnSpc>
              <a:spcBef>
                <a:spcPts val="0"/>
              </a:spcBef>
              <a:spcAft>
                <a:spcPts val="0"/>
              </a:spcAft>
              <a:buNone/>
            </a:pPr>
            <a:r>
              <a:rPr lang="ja-JP" sz="900">
                <a:latin typeface="Meiryo"/>
                <a:ea typeface="Meiryo"/>
                <a:cs typeface="Meiryo"/>
                <a:sym typeface="Meiryo"/>
              </a:rPr>
              <a:t>した。このことから基準を3500がラインアウトをしない最高速度だとわかりました。</a:t>
            </a:r>
            <a:endParaRPr/>
          </a:p>
        </p:txBody>
      </p:sp>
      <p:pic>
        <p:nvPicPr>
          <p:cNvPr id="289" name="Google Shape;289;p13">
            <a:extLst>
              <a:ext uri="{FF2B5EF4-FFF2-40B4-BE49-F238E27FC236}">
                <a16:creationId xmlns:a16="http://schemas.microsoft.com/office/drawing/2014/main" id="{EFEFC194-D306-3A9F-6454-389E6267C65F}"/>
              </a:ext>
            </a:extLst>
          </p:cNvPr>
          <p:cNvPicPr preferRelativeResize="0"/>
          <p:nvPr/>
        </p:nvPicPr>
        <p:blipFill rotWithShape="1">
          <a:blip r:embed="rId41">
            <a:alphaModFix/>
          </a:blip>
          <a:srcRect/>
          <a:stretch/>
        </p:blipFill>
        <p:spPr>
          <a:xfrm>
            <a:off x="10747047" y="8675679"/>
            <a:ext cx="656102" cy="620943"/>
          </a:xfrm>
          <a:prstGeom prst="rect">
            <a:avLst/>
          </a:prstGeom>
          <a:noFill/>
          <a:ln>
            <a:noFill/>
          </a:ln>
        </p:spPr>
      </p:pic>
      <p:pic>
        <p:nvPicPr>
          <p:cNvPr id="290" name="Google Shape;290;p13">
            <a:extLst>
              <a:ext uri="{FF2B5EF4-FFF2-40B4-BE49-F238E27FC236}">
                <a16:creationId xmlns:a16="http://schemas.microsoft.com/office/drawing/2014/main" id="{B1631669-CF68-29FB-959B-975766AC2BEB}"/>
              </a:ext>
            </a:extLst>
          </p:cNvPr>
          <p:cNvPicPr preferRelativeResize="0"/>
          <p:nvPr/>
        </p:nvPicPr>
        <p:blipFill rotWithShape="1">
          <a:blip r:embed="rId42">
            <a:alphaModFix/>
          </a:blip>
          <a:srcRect/>
          <a:stretch/>
        </p:blipFill>
        <p:spPr>
          <a:xfrm>
            <a:off x="14592212" y="9659911"/>
            <a:ext cx="326412" cy="322216"/>
          </a:xfrm>
          <a:prstGeom prst="rect">
            <a:avLst/>
          </a:prstGeom>
          <a:noFill/>
          <a:ln>
            <a:noFill/>
          </a:ln>
        </p:spPr>
      </p:pic>
      <p:pic>
        <p:nvPicPr>
          <p:cNvPr id="291" name="Google Shape;291;p13">
            <a:extLst>
              <a:ext uri="{FF2B5EF4-FFF2-40B4-BE49-F238E27FC236}">
                <a16:creationId xmlns:a16="http://schemas.microsoft.com/office/drawing/2014/main" id="{BB7FA8CD-3820-CC3F-684A-8C31975A11A6}"/>
              </a:ext>
            </a:extLst>
          </p:cNvPr>
          <p:cNvPicPr preferRelativeResize="0"/>
          <p:nvPr/>
        </p:nvPicPr>
        <p:blipFill>
          <a:blip r:embed="rId43">
            <a:alphaModFix/>
          </a:blip>
          <a:stretch>
            <a:fillRect/>
          </a:stretch>
        </p:blipFill>
        <p:spPr>
          <a:xfrm>
            <a:off x="13459978" y="5768316"/>
            <a:ext cx="1458649" cy="825098"/>
          </a:xfrm>
          <a:prstGeom prst="rect">
            <a:avLst/>
          </a:prstGeom>
          <a:noFill/>
          <a:ln>
            <a:noFill/>
          </a:ln>
        </p:spPr>
      </p:pic>
    </p:spTree>
    <p:extLst>
      <p:ext uri="{BB962C8B-B14F-4D97-AF65-F5344CB8AC3E}">
        <p14:creationId xmlns:p14="http://schemas.microsoft.com/office/powerpoint/2010/main" val="1538614377"/>
      </p:ext>
    </p:extLst>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3097</Words>
  <Application>Microsoft Office PowerPoint</Application>
  <PresentationFormat>ユーザー設定</PresentationFormat>
  <Paragraphs>250</Paragraphs>
  <Slides>2</Slides>
  <Notes>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Meiryo</vt:lpstr>
      <vt:lpstr>Meiryo</vt:lpstr>
      <vt:lpstr>Arial</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結大 栗﨑</cp:lastModifiedBy>
  <cp:revision>2</cp:revision>
  <dcterms:modified xsi:type="dcterms:W3CDTF">2024-11-08T08:15:47Z</dcterms:modified>
</cp:coreProperties>
</file>